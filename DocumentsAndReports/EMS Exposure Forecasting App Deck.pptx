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6" r:id="rId1"/>
  </p:sldMasterIdLst>
  <p:notesMasterIdLst>
    <p:notesMasterId r:id="rId9"/>
  </p:notesMasterIdLst>
  <p:sldIdLst>
    <p:sldId id="256" r:id="rId2"/>
    <p:sldId id="257" r:id="rId3"/>
    <p:sldId id="262" r:id="rId4"/>
    <p:sldId id="264" r:id="rId5"/>
    <p:sldId id="266" r:id="rId6"/>
    <p:sldId id="263" r:id="rId7"/>
    <p:sldId id="265"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6486759-D710-494D-AE17-7473E4C9E5AB}" v="44" dt="2026-04-09T04:59:34.435"/>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driatico, Dundee B." userId="a207e8a9-124e-439f-89fd-9ad351d7d04c" providerId="ADAL" clId="{1782D908-4124-408E-8E70-BD4D334214AB}"/>
    <pc:docChg chg="undo custSel addSld delSld modSld">
      <pc:chgData name="Adriatico, Dundee B." userId="a207e8a9-124e-439f-89fd-9ad351d7d04c" providerId="ADAL" clId="{1782D908-4124-408E-8E70-BD4D334214AB}" dt="2026-04-09T05:01:21.889" v="443" actId="14100"/>
      <pc:docMkLst>
        <pc:docMk/>
      </pc:docMkLst>
      <pc:sldChg chg="addSp modSp mod">
        <pc:chgData name="Adriatico, Dundee B." userId="a207e8a9-124e-439f-89fd-9ad351d7d04c" providerId="ADAL" clId="{1782D908-4124-408E-8E70-BD4D334214AB}" dt="2026-04-09T04:41:51.262" v="54" actId="20577"/>
        <pc:sldMkLst>
          <pc:docMk/>
          <pc:sldMk cId="3285079806" sldId="256"/>
        </pc:sldMkLst>
        <pc:spChg chg="mod">
          <ac:chgData name="Adriatico, Dundee B." userId="a207e8a9-124e-439f-89fd-9ad351d7d04c" providerId="ADAL" clId="{1782D908-4124-408E-8E70-BD4D334214AB}" dt="2026-04-09T04:39:28.196" v="15" actId="14100"/>
          <ac:spMkLst>
            <pc:docMk/>
            <pc:sldMk cId="3285079806" sldId="256"/>
            <ac:spMk id="2" creationId="{5F17EA4F-FF17-0CFB-F346-BBBA1576368A}"/>
          </ac:spMkLst>
        </pc:spChg>
        <pc:spChg chg="mod">
          <ac:chgData name="Adriatico, Dundee B." userId="a207e8a9-124e-439f-89fd-9ad351d7d04c" providerId="ADAL" clId="{1782D908-4124-408E-8E70-BD4D334214AB}" dt="2026-04-09T04:39:09.801" v="1" actId="27636"/>
          <ac:spMkLst>
            <pc:docMk/>
            <pc:sldMk cId="3285079806" sldId="256"/>
            <ac:spMk id="3" creationId="{C0B484DB-E654-2418-513C-465F545D7FDE}"/>
          </ac:spMkLst>
        </pc:spChg>
        <pc:spChg chg="mod">
          <ac:chgData name="Adriatico, Dundee B." userId="a207e8a9-124e-439f-89fd-9ad351d7d04c" providerId="ADAL" clId="{1782D908-4124-408E-8E70-BD4D334214AB}" dt="2026-04-09T04:41:51.262" v="54" actId="20577"/>
          <ac:spMkLst>
            <pc:docMk/>
            <pc:sldMk cId="3285079806" sldId="256"/>
            <ac:spMk id="5" creationId="{9775AAB8-A6AD-203A-ADFE-8A92EF80B0B1}"/>
          </ac:spMkLst>
        </pc:spChg>
        <pc:picChg chg="add mod modCrop">
          <ac:chgData name="Adriatico, Dundee B." userId="a207e8a9-124e-439f-89fd-9ad351d7d04c" providerId="ADAL" clId="{1782D908-4124-408E-8E70-BD4D334214AB}" dt="2026-04-09T04:40:51.217" v="25" actId="1076"/>
          <ac:picMkLst>
            <pc:docMk/>
            <pc:sldMk cId="3285079806" sldId="256"/>
            <ac:picMk id="6" creationId="{4EC30190-79DC-BE2B-9506-F178505414E9}"/>
          </ac:picMkLst>
        </pc:picChg>
      </pc:sldChg>
      <pc:sldChg chg="addSp delSp modSp mod">
        <pc:chgData name="Adriatico, Dundee B." userId="a207e8a9-124e-439f-89fd-9ad351d7d04c" providerId="ADAL" clId="{1782D908-4124-408E-8E70-BD4D334214AB}" dt="2026-04-09T04:48:05.736" v="177" actId="14100"/>
        <pc:sldMkLst>
          <pc:docMk/>
          <pc:sldMk cId="669878328" sldId="257"/>
        </pc:sldMkLst>
        <pc:spChg chg="add mod">
          <ac:chgData name="Adriatico, Dundee B." userId="a207e8a9-124e-439f-89fd-9ad351d7d04c" providerId="ADAL" clId="{1782D908-4124-408E-8E70-BD4D334214AB}" dt="2026-04-09T04:46:31.800" v="151" actId="1076"/>
          <ac:spMkLst>
            <pc:docMk/>
            <pc:sldMk cId="669878328" sldId="257"/>
            <ac:spMk id="3" creationId="{852A536A-D1DC-55A7-A3DD-02FF4F5EFB12}"/>
          </ac:spMkLst>
        </pc:spChg>
        <pc:spChg chg="add mod">
          <ac:chgData name="Adriatico, Dundee B." userId="a207e8a9-124e-439f-89fd-9ad351d7d04c" providerId="ADAL" clId="{1782D908-4124-408E-8E70-BD4D334214AB}" dt="2026-04-09T04:45:43.936" v="132" actId="14100"/>
          <ac:spMkLst>
            <pc:docMk/>
            <pc:sldMk cId="669878328" sldId="257"/>
            <ac:spMk id="4" creationId="{9E915874-F740-AA7C-007F-5116B7000BFF}"/>
          </ac:spMkLst>
        </pc:spChg>
        <pc:spChg chg="del mod">
          <ac:chgData name="Adriatico, Dundee B." userId="a207e8a9-124e-439f-89fd-9ad351d7d04c" providerId="ADAL" clId="{1782D908-4124-408E-8E70-BD4D334214AB}" dt="2026-04-09T04:44:45.294" v="75" actId="478"/>
          <ac:spMkLst>
            <pc:docMk/>
            <pc:sldMk cId="669878328" sldId="257"/>
            <ac:spMk id="5" creationId="{F7E29AD5-28FB-3915-2349-E6CB41CD35F9}"/>
          </ac:spMkLst>
        </pc:spChg>
        <pc:spChg chg="add mod">
          <ac:chgData name="Adriatico, Dundee B." userId="a207e8a9-124e-439f-89fd-9ad351d7d04c" providerId="ADAL" clId="{1782D908-4124-408E-8E70-BD4D334214AB}" dt="2026-04-09T04:46:26.305" v="150" actId="1076"/>
          <ac:spMkLst>
            <pc:docMk/>
            <pc:sldMk cId="669878328" sldId="257"/>
            <ac:spMk id="6" creationId="{159486EE-7E9D-2A8E-7986-6B268FFE60A0}"/>
          </ac:spMkLst>
        </pc:spChg>
        <pc:spChg chg="del">
          <ac:chgData name="Adriatico, Dundee B." userId="a207e8a9-124e-439f-89fd-9ad351d7d04c" providerId="ADAL" clId="{1782D908-4124-408E-8E70-BD4D334214AB}" dt="2026-04-09T04:44:12.703" v="66" actId="478"/>
          <ac:spMkLst>
            <pc:docMk/>
            <pc:sldMk cId="669878328" sldId="257"/>
            <ac:spMk id="7" creationId="{FA049445-9B38-6B3F-7D30-CD079A3EBF9C}"/>
          </ac:spMkLst>
        </pc:spChg>
        <pc:spChg chg="del">
          <ac:chgData name="Adriatico, Dundee B." userId="a207e8a9-124e-439f-89fd-9ad351d7d04c" providerId="ADAL" clId="{1782D908-4124-408E-8E70-BD4D334214AB}" dt="2026-04-09T04:44:15.087" v="67" actId="478"/>
          <ac:spMkLst>
            <pc:docMk/>
            <pc:sldMk cId="669878328" sldId="257"/>
            <ac:spMk id="9" creationId="{FAA84101-8C6A-D463-B489-81D41CE1801A}"/>
          </ac:spMkLst>
        </pc:spChg>
        <pc:spChg chg="add mod">
          <ac:chgData name="Adriatico, Dundee B." userId="a207e8a9-124e-439f-89fd-9ad351d7d04c" providerId="ADAL" clId="{1782D908-4124-408E-8E70-BD4D334214AB}" dt="2026-04-09T04:47:56.853" v="174" actId="1076"/>
          <ac:spMkLst>
            <pc:docMk/>
            <pc:sldMk cId="669878328" sldId="257"/>
            <ac:spMk id="10" creationId="{44AB5694-B3E2-4AFC-9E7E-20432D88CE31}"/>
          </ac:spMkLst>
        </pc:spChg>
        <pc:spChg chg="mod">
          <ac:chgData name="Adriatico, Dundee B." userId="a207e8a9-124e-439f-89fd-9ad351d7d04c" providerId="ADAL" clId="{1782D908-4124-408E-8E70-BD4D334214AB}" dt="2026-04-09T04:43:01.555" v="62" actId="14100"/>
          <ac:spMkLst>
            <pc:docMk/>
            <pc:sldMk cId="669878328" sldId="257"/>
            <ac:spMk id="11" creationId="{969D45E8-05D3-E4FF-B98D-9388F7C066C2}"/>
          </ac:spMkLst>
        </pc:spChg>
        <pc:spChg chg="mod">
          <ac:chgData name="Adriatico, Dundee B." userId="a207e8a9-124e-439f-89fd-9ad351d7d04c" providerId="ADAL" clId="{1782D908-4124-408E-8E70-BD4D334214AB}" dt="2026-04-09T04:42:50.140" v="60" actId="255"/>
          <ac:spMkLst>
            <pc:docMk/>
            <pc:sldMk cId="669878328" sldId="257"/>
            <ac:spMk id="12" creationId="{6182BDB8-597D-5D45-703F-AD5110BB9868}"/>
          </ac:spMkLst>
        </pc:spChg>
        <pc:spChg chg="mod">
          <ac:chgData name="Adriatico, Dundee B." userId="a207e8a9-124e-439f-89fd-9ad351d7d04c" providerId="ADAL" clId="{1782D908-4124-408E-8E70-BD4D334214AB}" dt="2026-04-09T04:45:20.227" v="86" actId="14100"/>
          <ac:spMkLst>
            <pc:docMk/>
            <pc:sldMk cId="669878328" sldId="257"/>
            <ac:spMk id="13" creationId="{E9004102-C07C-29EB-EBFB-788CB2783016}"/>
          </ac:spMkLst>
        </pc:spChg>
        <pc:spChg chg="del">
          <ac:chgData name="Adriatico, Dundee B." userId="a207e8a9-124e-439f-89fd-9ad351d7d04c" providerId="ADAL" clId="{1782D908-4124-408E-8E70-BD4D334214AB}" dt="2026-04-09T04:44:12.703" v="66" actId="478"/>
          <ac:spMkLst>
            <pc:docMk/>
            <pc:sldMk cId="669878328" sldId="257"/>
            <ac:spMk id="14" creationId="{DDCB63EB-E43B-7FB6-15F4-1FB0622BE04C}"/>
          </ac:spMkLst>
        </pc:spChg>
        <pc:spChg chg="del">
          <ac:chgData name="Adriatico, Dundee B." userId="a207e8a9-124e-439f-89fd-9ad351d7d04c" providerId="ADAL" clId="{1782D908-4124-408E-8E70-BD4D334214AB}" dt="2026-04-09T04:44:15.087" v="67" actId="478"/>
          <ac:spMkLst>
            <pc:docMk/>
            <pc:sldMk cId="669878328" sldId="257"/>
            <ac:spMk id="15" creationId="{8E9F704A-BDE5-F4B6-6FA1-02D1DC6F94E6}"/>
          </ac:spMkLst>
        </pc:spChg>
        <pc:spChg chg="del">
          <ac:chgData name="Adriatico, Dundee B." userId="a207e8a9-124e-439f-89fd-9ad351d7d04c" providerId="ADAL" clId="{1782D908-4124-408E-8E70-BD4D334214AB}" dt="2026-04-09T04:44:25.987" v="68" actId="478"/>
          <ac:spMkLst>
            <pc:docMk/>
            <pc:sldMk cId="669878328" sldId="257"/>
            <ac:spMk id="16" creationId="{B4676FAA-11D2-E323-6F89-9FBAC0EB94BE}"/>
          </ac:spMkLst>
        </pc:spChg>
        <pc:spChg chg="del">
          <ac:chgData name="Adriatico, Dundee B." userId="a207e8a9-124e-439f-89fd-9ad351d7d04c" providerId="ADAL" clId="{1782D908-4124-408E-8E70-BD4D334214AB}" dt="2026-04-09T04:44:25.987" v="68" actId="478"/>
          <ac:spMkLst>
            <pc:docMk/>
            <pc:sldMk cId="669878328" sldId="257"/>
            <ac:spMk id="17" creationId="{2A783A0F-A367-F2F3-586D-60F0D5798530}"/>
          </ac:spMkLst>
        </pc:spChg>
        <pc:spChg chg="del">
          <ac:chgData name="Adriatico, Dundee B." userId="a207e8a9-124e-439f-89fd-9ad351d7d04c" providerId="ADAL" clId="{1782D908-4124-408E-8E70-BD4D334214AB}" dt="2026-04-09T04:44:25.987" v="68" actId="478"/>
          <ac:spMkLst>
            <pc:docMk/>
            <pc:sldMk cId="669878328" sldId="257"/>
            <ac:spMk id="18" creationId="{533992E1-18DE-6DF5-6FE4-F4A1DAD2D636}"/>
          </ac:spMkLst>
        </pc:spChg>
        <pc:spChg chg="del">
          <ac:chgData name="Adriatico, Dundee B." userId="a207e8a9-124e-439f-89fd-9ad351d7d04c" providerId="ADAL" clId="{1782D908-4124-408E-8E70-BD4D334214AB}" dt="2026-04-09T04:44:25.987" v="68" actId="478"/>
          <ac:spMkLst>
            <pc:docMk/>
            <pc:sldMk cId="669878328" sldId="257"/>
            <ac:spMk id="19" creationId="{8ED05553-6A12-6CD5-AFC1-4848E1B107B7}"/>
          </ac:spMkLst>
        </pc:spChg>
        <pc:spChg chg="del">
          <ac:chgData name="Adriatico, Dundee B." userId="a207e8a9-124e-439f-89fd-9ad351d7d04c" providerId="ADAL" clId="{1782D908-4124-408E-8E70-BD4D334214AB}" dt="2026-04-09T04:44:25.987" v="68" actId="478"/>
          <ac:spMkLst>
            <pc:docMk/>
            <pc:sldMk cId="669878328" sldId="257"/>
            <ac:spMk id="20" creationId="{2AE7BD19-A995-5F68-D6C8-C45F97B41860}"/>
          </ac:spMkLst>
        </pc:spChg>
        <pc:spChg chg="del">
          <ac:chgData name="Adriatico, Dundee B." userId="a207e8a9-124e-439f-89fd-9ad351d7d04c" providerId="ADAL" clId="{1782D908-4124-408E-8E70-BD4D334214AB}" dt="2026-04-09T04:44:25.987" v="68" actId="478"/>
          <ac:spMkLst>
            <pc:docMk/>
            <pc:sldMk cId="669878328" sldId="257"/>
            <ac:spMk id="21" creationId="{CC820CC5-6FD3-B466-9677-6A4975F0B93F}"/>
          </ac:spMkLst>
        </pc:spChg>
        <pc:spChg chg="del">
          <ac:chgData name="Adriatico, Dundee B." userId="a207e8a9-124e-439f-89fd-9ad351d7d04c" providerId="ADAL" clId="{1782D908-4124-408E-8E70-BD4D334214AB}" dt="2026-04-09T04:44:25.987" v="68" actId="478"/>
          <ac:spMkLst>
            <pc:docMk/>
            <pc:sldMk cId="669878328" sldId="257"/>
            <ac:spMk id="22" creationId="{39F767B3-33E4-5262-961E-E941A00B52F4}"/>
          </ac:spMkLst>
        </pc:spChg>
        <pc:spChg chg="add mod">
          <ac:chgData name="Adriatico, Dundee B." userId="a207e8a9-124e-439f-89fd-9ad351d7d04c" providerId="ADAL" clId="{1782D908-4124-408E-8E70-BD4D334214AB}" dt="2026-04-09T04:47:28.703" v="168" actId="14100"/>
          <ac:spMkLst>
            <pc:docMk/>
            <pc:sldMk cId="669878328" sldId="257"/>
            <ac:spMk id="24" creationId="{A879127E-6820-AC0F-C2E9-F229B3DEEF93}"/>
          </ac:spMkLst>
        </pc:spChg>
        <pc:spChg chg="add mod">
          <ac:chgData name="Adriatico, Dundee B." userId="a207e8a9-124e-439f-89fd-9ad351d7d04c" providerId="ADAL" clId="{1782D908-4124-408E-8E70-BD4D334214AB}" dt="2026-04-09T04:48:01.053" v="175" actId="1076"/>
          <ac:spMkLst>
            <pc:docMk/>
            <pc:sldMk cId="669878328" sldId="257"/>
            <ac:spMk id="26" creationId="{40FDD8CE-A86E-1B49-B510-ACC6EA03473F}"/>
          </ac:spMkLst>
        </pc:spChg>
        <pc:spChg chg="add mod">
          <ac:chgData name="Adriatico, Dundee B." userId="a207e8a9-124e-439f-89fd-9ad351d7d04c" providerId="ADAL" clId="{1782D908-4124-408E-8E70-BD4D334214AB}" dt="2026-04-09T04:48:05.736" v="177" actId="14100"/>
          <ac:spMkLst>
            <pc:docMk/>
            <pc:sldMk cId="669878328" sldId="257"/>
            <ac:spMk id="28" creationId="{56892853-FE97-3A18-1839-11592F01144A}"/>
          </ac:spMkLst>
        </pc:spChg>
      </pc:sldChg>
      <pc:sldChg chg="add del">
        <pc:chgData name="Adriatico, Dundee B." userId="a207e8a9-124e-439f-89fd-9ad351d7d04c" providerId="ADAL" clId="{1782D908-4124-408E-8E70-BD4D334214AB}" dt="2026-04-09T04:52:04.037" v="238" actId="47"/>
        <pc:sldMkLst>
          <pc:docMk/>
          <pc:sldMk cId="3687530064" sldId="258"/>
        </pc:sldMkLst>
      </pc:sldChg>
      <pc:sldChg chg="add del">
        <pc:chgData name="Adriatico, Dundee B." userId="a207e8a9-124e-439f-89fd-9ad351d7d04c" providerId="ADAL" clId="{1782D908-4124-408E-8E70-BD4D334214AB}" dt="2026-04-09T04:52:04.037" v="238" actId="47"/>
        <pc:sldMkLst>
          <pc:docMk/>
          <pc:sldMk cId="0" sldId="259"/>
        </pc:sldMkLst>
      </pc:sldChg>
      <pc:sldChg chg="add del">
        <pc:chgData name="Adriatico, Dundee B." userId="a207e8a9-124e-439f-89fd-9ad351d7d04c" providerId="ADAL" clId="{1782D908-4124-408E-8E70-BD4D334214AB}" dt="2026-04-09T04:52:04.037" v="238" actId="47"/>
        <pc:sldMkLst>
          <pc:docMk/>
          <pc:sldMk cId="0" sldId="260"/>
        </pc:sldMkLst>
      </pc:sldChg>
      <pc:sldChg chg="add del">
        <pc:chgData name="Adriatico, Dundee B." userId="a207e8a9-124e-439f-89fd-9ad351d7d04c" providerId="ADAL" clId="{1782D908-4124-408E-8E70-BD4D334214AB}" dt="2026-04-09T04:52:04.037" v="238" actId="47"/>
        <pc:sldMkLst>
          <pc:docMk/>
          <pc:sldMk cId="0" sldId="261"/>
        </pc:sldMkLst>
      </pc:sldChg>
      <pc:sldChg chg="addSp delSp modSp add del mod">
        <pc:chgData name="Adriatico, Dundee B." userId="a207e8a9-124e-439f-89fd-9ad351d7d04c" providerId="ADAL" clId="{1782D908-4124-408E-8E70-BD4D334214AB}" dt="2026-04-09T04:51:49.036" v="237" actId="47"/>
        <pc:sldMkLst>
          <pc:docMk/>
          <pc:sldMk cId="1595840749" sldId="262"/>
        </pc:sldMkLst>
        <pc:spChg chg="mod">
          <ac:chgData name="Adriatico, Dundee B." userId="a207e8a9-124e-439f-89fd-9ad351d7d04c" providerId="ADAL" clId="{1782D908-4124-408E-8E70-BD4D334214AB}" dt="2026-04-09T04:49:07.934" v="211"/>
          <ac:spMkLst>
            <pc:docMk/>
            <pc:sldMk cId="1595840749" sldId="262"/>
            <ac:spMk id="3" creationId="{C62D3D4C-68BD-EC24-24D5-9B49DD5362E3}"/>
          </ac:spMkLst>
        </pc:spChg>
        <pc:spChg chg="mod">
          <ac:chgData name="Adriatico, Dundee B." userId="a207e8a9-124e-439f-89fd-9ad351d7d04c" providerId="ADAL" clId="{1782D908-4124-408E-8E70-BD4D334214AB}" dt="2026-04-09T04:49:16.167" v="212"/>
          <ac:spMkLst>
            <pc:docMk/>
            <pc:sldMk cId="1595840749" sldId="262"/>
            <ac:spMk id="4" creationId="{C1BBBD4A-5879-66C4-170F-318DE9114A1E}"/>
          </ac:spMkLst>
        </pc:spChg>
        <pc:spChg chg="add mod">
          <ac:chgData name="Adriatico, Dundee B." userId="a207e8a9-124e-439f-89fd-9ad351d7d04c" providerId="ADAL" clId="{1782D908-4124-408E-8E70-BD4D334214AB}" dt="2026-04-09T04:50:59.379" v="230" actId="255"/>
          <ac:spMkLst>
            <pc:docMk/>
            <pc:sldMk cId="1595840749" sldId="262"/>
            <ac:spMk id="5" creationId="{ECB542FC-1A30-89E8-F95E-640B8A1AB5D9}"/>
          </ac:spMkLst>
        </pc:spChg>
        <pc:spChg chg="mod">
          <ac:chgData name="Adriatico, Dundee B." userId="a207e8a9-124e-439f-89fd-9ad351d7d04c" providerId="ADAL" clId="{1782D908-4124-408E-8E70-BD4D334214AB}" dt="2026-04-09T04:49:53.643" v="213"/>
          <ac:spMkLst>
            <pc:docMk/>
            <pc:sldMk cId="1595840749" sldId="262"/>
            <ac:spMk id="6" creationId="{0E37DDBB-E0C8-DBBE-856F-A04317A2C232}"/>
          </ac:spMkLst>
        </pc:spChg>
        <pc:spChg chg="add mod">
          <ac:chgData name="Adriatico, Dundee B." userId="a207e8a9-124e-439f-89fd-9ad351d7d04c" providerId="ADAL" clId="{1782D908-4124-408E-8E70-BD4D334214AB}" dt="2026-04-09T04:50:54.901" v="229" actId="255"/>
          <ac:spMkLst>
            <pc:docMk/>
            <pc:sldMk cId="1595840749" sldId="262"/>
            <ac:spMk id="8" creationId="{CDEC73D8-3F8B-720D-2EC4-94B20DEECCDA}"/>
          </ac:spMkLst>
        </pc:spChg>
        <pc:spChg chg="del">
          <ac:chgData name="Adriatico, Dundee B." userId="a207e8a9-124e-439f-89fd-9ad351d7d04c" providerId="ADAL" clId="{1782D908-4124-408E-8E70-BD4D334214AB}" dt="2026-04-09T04:50:18.110" v="217" actId="478"/>
          <ac:spMkLst>
            <pc:docMk/>
            <pc:sldMk cId="1595840749" sldId="262"/>
            <ac:spMk id="10" creationId="{419D63B9-0965-7AF0-FEB1-555974F0853C}"/>
          </ac:spMkLst>
        </pc:spChg>
        <pc:spChg chg="mod">
          <ac:chgData name="Adriatico, Dundee B." userId="a207e8a9-124e-439f-89fd-9ad351d7d04c" providerId="ADAL" clId="{1782D908-4124-408E-8E70-BD4D334214AB}" dt="2026-04-09T04:48:53.482" v="208" actId="20577"/>
          <ac:spMkLst>
            <pc:docMk/>
            <pc:sldMk cId="1595840749" sldId="262"/>
            <ac:spMk id="11" creationId="{EF5F76A6-9F21-EE84-C65D-BDC14BF06838}"/>
          </ac:spMkLst>
        </pc:spChg>
        <pc:spChg chg="mod">
          <ac:chgData name="Adriatico, Dundee B." userId="a207e8a9-124e-439f-89fd-9ad351d7d04c" providerId="ADAL" clId="{1782D908-4124-408E-8E70-BD4D334214AB}" dt="2026-04-09T04:48:36.977" v="185" actId="20577"/>
          <ac:spMkLst>
            <pc:docMk/>
            <pc:sldMk cId="1595840749" sldId="262"/>
            <ac:spMk id="12" creationId="{68F9AC32-B1D3-40FA-D91A-9AF0D7A69258}"/>
          </ac:spMkLst>
        </pc:spChg>
        <pc:spChg chg="mod">
          <ac:chgData name="Adriatico, Dundee B." userId="a207e8a9-124e-439f-89fd-9ad351d7d04c" providerId="ADAL" clId="{1782D908-4124-408E-8E70-BD4D334214AB}" dt="2026-04-09T04:50:03.694" v="214"/>
          <ac:spMkLst>
            <pc:docMk/>
            <pc:sldMk cId="1595840749" sldId="262"/>
            <ac:spMk id="13" creationId="{6AC6CBD0-0EA6-0C62-78B8-78807C6644CA}"/>
          </ac:spMkLst>
        </pc:spChg>
        <pc:spChg chg="add mod">
          <ac:chgData name="Adriatico, Dundee B." userId="a207e8a9-124e-439f-89fd-9ad351d7d04c" providerId="ADAL" clId="{1782D908-4124-408E-8E70-BD4D334214AB}" dt="2026-04-09T04:51:24.400" v="235" actId="1076"/>
          <ac:spMkLst>
            <pc:docMk/>
            <pc:sldMk cId="1595840749" sldId="262"/>
            <ac:spMk id="14" creationId="{A0B18CF5-4C0F-4562-D703-1D0FEFF42360}"/>
          </ac:spMkLst>
        </pc:spChg>
        <pc:spChg chg="del">
          <ac:chgData name="Adriatico, Dundee B." userId="a207e8a9-124e-439f-89fd-9ad351d7d04c" providerId="ADAL" clId="{1782D908-4124-408E-8E70-BD4D334214AB}" dt="2026-04-09T04:50:18.110" v="217" actId="478"/>
          <ac:spMkLst>
            <pc:docMk/>
            <pc:sldMk cId="1595840749" sldId="262"/>
            <ac:spMk id="24" creationId="{C4FE5805-361E-82C7-136A-10F96A9B44B1}"/>
          </ac:spMkLst>
        </pc:spChg>
        <pc:spChg chg="del">
          <ac:chgData name="Adriatico, Dundee B." userId="a207e8a9-124e-439f-89fd-9ad351d7d04c" providerId="ADAL" clId="{1782D908-4124-408E-8E70-BD4D334214AB}" dt="2026-04-09T04:50:18.110" v="217" actId="478"/>
          <ac:spMkLst>
            <pc:docMk/>
            <pc:sldMk cId="1595840749" sldId="262"/>
            <ac:spMk id="26" creationId="{DA8FE6CD-1F54-35C7-17D3-D4232E59B02E}"/>
          </ac:spMkLst>
        </pc:spChg>
        <pc:spChg chg="del">
          <ac:chgData name="Adriatico, Dundee B." userId="a207e8a9-124e-439f-89fd-9ad351d7d04c" providerId="ADAL" clId="{1782D908-4124-408E-8E70-BD4D334214AB}" dt="2026-04-09T04:50:18.110" v="217" actId="478"/>
          <ac:spMkLst>
            <pc:docMk/>
            <pc:sldMk cId="1595840749" sldId="262"/>
            <ac:spMk id="28" creationId="{DEEEC350-D3FC-A057-FDC8-09C76C59F677}"/>
          </ac:spMkLst>
        </pc:spChg>
      </pc:sldChg>
      <pc:sldChg chg="delSp modSp add mod">
        <pc:chgData name="Adriatico, Dundee B." userId="a207e8a9-124e-439f-89fd-9ad351d7d04c" providerId="ADAL" clId="{1782D908-4124-408E-8E70-BD4D334214AB}" dt="2026-04-09T04:53:03.208" v="245" actId="478"/>
        <pc:sldMkLst>
          <pc:docMk/>
          <pc:sldMk cId="799882113" sldId="263"/>
        </pc:sldMkLst>
        <pc:spChg chg="del">
          <ac:chgData name="Adriatico, Dundee B." userId="a207e8a9-124e-439f-89fd-9ad351d7d04c" providerId="ADAL" clId="{1782D908-4124-408E-8E70-BD4D334214AB}" dt="2026-04-09T04:53:03.208" v="245" actId="478"/>
          <ac:spMkLst>
            <pc:docMk/>
            <pc:sldMk cId="799882113" sldId="263"/>
            <ac:spMk id="3" creationId="{F54B0083-2904-5C2C-C25B-997EE9204A5F}"/>
          </ac:spMkLst>
        </pc:spChg>
        <pc:spChg chg="del">
          <ac:chgData name="Adriatico, Dundee B." userId="a207e8a9-124e-439f-89fd-9ad351d7d04c" providerId="ADAL" clId="{1782D908-4124-408E-8E70-BD4D334214AB}" dt="2026-04-09T04:53:03.208" v="245" actId="478"/>
          <ac:spMkLst>
            <pc:docMk/>
            <pc:sldMk cId="799882113" sldId="263"/>
            <ac:spMk id="4" creationId="{1E439590-D4AD-E0C7-65E3-FCC0761D76B4}"/>
          </ac:spMkLst>
        </pc:spChg>
        <pc:spChg chg="del">
          <ac:chgData name="Adriatico, Dundee B." userId="a207e8a9-124e-439f-89fd-9ad351d7d04c" providerId="ADAL" clId="{1782D908-4124-408E-8E70-BD4D334214AB}" dt="2026-04-09T04:53:03.208" v="245" actId="478"/>
          <ac:spMkLst>
            <pc:docMk/>
            <pc:sldMk cId="799882113" sldId="263"/>
            <ac:spMk id="5" creationId="{E93E7BCD-831B-7878-EE8E-4105CA7E9B8B}"/>
          </ac:spMkLst>
        </pc:spChg>
        <pc:spChg chg="del">
          <ac:chgData name="Adriatico, Dundee B." userId="a207e8a9-124e-439f-89fd-9ad351d7d04c" providerId="ADAL" clId="{1782D908-4124-408E-8E70-BD4D334214AB}" dt="2026-04-09T04:53:03.208" v="245" actId="478"/>
          <ac:spMkLst>
            <pc:docMk/>
            <pc:sldMk cId="799882113" sldId="263"/>
            <ac:spMk id="6" creationId="{481B5D76-D944-B454-AC8B-017A31F91A70}"/>
          </ac:spMkLst>
        </pc:spChg>
        <pc:spChg chg="del">
          <ac:chgData name="Adriatico, Dundee B." userId="a207e8a9-124e-439f-89fd-9ad351d7d04c" providerId="ADAL" clId="{1782D908-4124-408E-8E70-BD4D334214AB}" dt="2026-04-09T04:53:03.208" v="245" actId="478"/>
          <ac:spMkLst>
            <pc:docMk/>
            <pc:sldMk cId="799882113" sldId="263"/>
            <ac:spMk id="8" creationId="{1248D0D5-D019-8DE1-696D-A98507DF9518}"/>
          </ac:spMkLst>
        </pc:spChg>
        <pc:spChg chg="mod">
          <ac:chgData name="Adriatico, Dundee B." userId="a207e8a9-124e-439f-89fd-9ad351d7d04c" providerId="ADAL" clId="{1782D908-4124-408E-8E70-BD4D334214AB}" dt="2026-04-09T04:53:00.897" v="244" actId="20577"/>
          <ac:spMkLst>
            <pc:docMk/>
            <pc:sldMk cId="799882113" sldId="263"/>
            <ac:spMk id="11" creationId="{C896AA13-14A1-85D7-6F12-6999B99511FF}"/>
          </ac:spMkLst>
        </pc:spChg>
        <pc:spChg chg="mod">
          <ac:chgData name="Adriatico, Dundee B." userId="a207e8a9-124e-439f-89fd-9ad351d7d04c" providerId="ADAL" clId="{1782D908-4124-408E-8E70-BD4D334214AB}" dt="2026-04-09T04:52:53.492" v="243" actId="20577"/>
          <ac:spMkLst>
            <pc:docMk/>
            <pc:sldMk cId="799882113" sldId="263"/>
            <ac:spMk id="12" creationId="{7DC65381-6742-D743-5F2B-C7CF2C8ACD53}"/>
          </ac:spMkLst>
        </pc:spChg>
        <pc:spChg chg="del">
          <ac:chgData name="Adriatico, Dundee B." userId="a207e8a9-124e-439f-89fd-9ad351d7d04c" providerId="ADAL" clId="{1782D908-4124-408E-8E70-BD4D334214AB}" dt="2026-04-09T04:53:03.208" v="245" actId="478"/>
          <ac:spMkLst>
            <pc:docMk/>
            <pc:sldMk cId="799882113" sldId="263"/>
            <ac:spMk id="13" creationId="{584595DA-5379-751E-5A40-5BE2183201F9}"/>
          </ac:spMkLst>
        </pc:spChg>
        <pc:spChg chg="del">
          <ac:chgData name="Adriatico, Dundee B." userId="a207e8a9-124e-439f-89fd-9ad351d7d04c" providerId="ADAL" clId="{1782D908-4124-408E-8E70-BD4D334214AB}" dt="2026-04-09T04:53:03.208" v="245" actId="478"/>
          <ac:spMkLst>
            <pc:docMk/>
            <pc:sldMk cId="799882113" sldId="263"/>
            <ac:spMk id="14" creationId="{FEBDD7E7-054C-0682-563B-BC0513792A13}"/>
          </ac:spMkLst>
        </pc:spChg>
      </pc:sldChg>
      <pc:sldChg chg="addSp delSp modSp add mod">
        <pc:chgData name="Adriatico, Dundee B." userId="a207e8a9-124e-439f-89fd-9ad351d7d04c" providerId="ADAL" clId="{1782D908-4124-408E-8E70-BD4D334214AB}" dt="2026-04-09T04:55:40.018" v="289" actId="1076"/>
        <pc:sldMkLst>
          <pc:docMk/>
          <pc:sldMk cId="546682087" sldId="264"/>
        </pc:sldMkLst>
        <pc:spChg chg="mod">
          <ac:chgData name="Adriatico, Dundee B." userId="a207e8a9-124e-439f-89fd-9ad351d7d04c" providerId="ADAL" clId="{1782D908-4124-408E-8E70-BD4D334214AB}" dt="2026-04-09T04:53:51.143" v="268"/>
          <ac:spMkLst>
            <pc:docMk/>
            <pc:sldMk cId="546682087" sldId="264"/>
            <ac:spMk id="3" creationId="{D1E66417-47A2-14A2-0B6D-9B9D1CE63D4E}"/>
          </ac:spMkLst>
        </pc:spChg>
        <pc:spChg chg="mod">
          <ac:chgData name="Adriatico, Dundee B." userId="a207e8a9-124e-439f-89fd-9ad351d7d04c" providerId="ADAL" clId="{1782D908-4124-408E-8E70-BD4D334214AB}" dt="2026-04-09T04:54:00.718" v="269"/>
          <ac:spMkLst>
            <pc:docMk/>
            <pc:sldMk cId="546682087" sldId="264"/>
            <ac:spMk id="4" creationId="{37116B44-0DE9-3B80-282A-2CAB2E4DC688}"/>
          </ac:spMkLst>
        </pc:spChg>
        <pc:spChg chg="del">
          <ac:chgData name="Adriatico, Dundee B." userId="a207e8a9-124e-439f-89fd-9ad351d7d04c" providerId="ADAL" clId="{1782D908-4124-408E-8E70-BD4D334214AB}" dt="2026-04-09T04:55:24.234" v="284" actId="478"/>
          <ac:spMkLst>
            <pc:docMk/>
            <pc:sldMk cId="546682087" sldId="264"/>
            <ac:spMk id="5" creationId="{7BD63E11-8073-D3A7-4483-01AF508C0158}"/>
          </ac:spMkLst>
        </pc:spChg>
        <pc:spChg chg="del">
          <ac:chgData name="Adriatico, Dundee B." userId="a207e8a9-124e-439f-89fd-9ad351d7d04c" providerId="ADAL" clId="{1782D908-4124-408E-8E70-BD4D334214AB}" dt="2026-04-09T04:54:37.952" v="275" actId="478"/>
          <ac:spMkLst>
            <pc:docMk/>
            <pc:sldMk cId="546682087" sldId="264"/>
            <ac:spMk id="6" creationId="{3ED783F8-67EE-07F9-14CD-F9B31DE5FA4F}"/>
          </ac:spMkLst>
        </pc:spChg>
        <pc:spChg chg="del">
          <ac:chgData name="Adriatico, Dundee B." userId="a207e8a9-124e-439f-89fd-9ad351d7d04c" providerId="ADAL" clId="{1782D908-4124-408E-8E70-BD4D334214AB}" dt="2026-04-09T04:55:24.234" v="284" actId="478"/>
          <ac:spMkLst>
            <pc:docMk/>
            <pc:sldMk cId="546682087" sldId="264"/>
            <ac:spMk id="8" creationId="{5CCCE369-5063-0F9A-E43D-ACF520B37EEC}"/>
          </ac:spMkLst>
        </pc:spChg>
        <pc:spChg chg="add mod">
          <ac:chgData name="Adriatico, Dundee B." userId="a207e8a9-124e-439f-89fd-9ad351d7d04c" providerId="ADAL" clId="{1782D908-4124-408E-8E70-BD4D334214AB}" dt="2026-04-09T04:55:40.018" v="289" actId="1076"/>
          <ac:spMkLst>
            <pc:docMk/>
            <pc:sldMk cId="546682087" sldId="264"/>
            <ac:spMk id="9" creationId="{C3E8EB85-F41D-6BCC-7DD9-0242107E3801}"/>
          </ac:spMkLst>
        </pc:spChg>
        <pc:spChg chg="mod">
          <ac:chgData name="Adriatico, Dundee B." userId="a207e8a9-124e-439f-89fd-9ad351d7d04c" providerId="ADAL" clId="{1782D908-4124-408E-8E70-BD4D334214AB}" dt="2026-04-09T04:53:24.319" v="256" actId="20577"/>
          <ac:spMkLst>
            <pc:docMk/>
            <pc:sldMk cId="546682087" sldId="264"/>
            <ac:spMk id="11" creationId="{67C5FCDF-8339-305A-F54E-83EA99DB128E}"/>
          </ac:spMkLst>
        </pc:spChg>
        <pc:spChg chg="mod">
          <ac:chgData name="Adriatico, Dundee B." userId="a207e8a9-124e-439f-89fd-9ad351d7d04c" providerId="ADAL" clId="{1782D908-4124-408E-8E70-BD4D334214AB}" dt="2026-04-09T04:53:40.051" v="267" actId="20577"/>
          <ac:spMkLst>
            <pc:docMk/>
            <pc:sldMk cId="546682087" sldId="264"/>
            <ac:spMk id="12" creationId="{3A76520A-9964-E8AA-C61F-9C6B76BFE39A}"/>
          </ac:spMkLst>
        </pc:spChg>
        <pc:spChg chg="mod">
          <ac:chgData name="Adriatico, Dundee B." userId="a207e8a9-124e-439f-89fd-9ad351d7d04c" providerId="ADAL" clId="{1782D908-4124-408E-8E70-BD4D334214AB}" dt="2026-04-09T04:54:15.262" v="270"/>
          <ac:spMkLst>
            <pc:docMk/>
            <pc:sldMk cId="546682087" sldId="264"/>
            <ac:spMk id="13" creationId="{213CF6CE-B7E4-A0FD-E139-22913F43D5AE}"/>
          </ac:spMkLst>
        </pc:spChg>
        <pc:spChg chg="del">
          <ac:chgData name="Adriatico, Dundee B." userId="a207e8a9-124e-439f-89fd-9ad351d7d04c" providerId="ADAL" clId="{1782D908-4124-408E-8E70-BD4D334214AB}" dt="2026-04-09T04:55:24.234" v="284" actId="478"/>
          <ac:spMkLst>
            <pc:docMk/>
            <pc:sldMk cId="546682087" sldId="264"/>
            <ac:spMk id="14" creationId="{9B209DDB-0742-B6AB-7A71-D9B38CC95C2D}"/>
          </ac:spMkLst>
        </pc:spChg>
        <pc:graphicFrameChg chg="add mod modGraphic">
          <ac:chgData name="Adriatico, Dundee B." userId="a207e8a9-124e-439f-89fd-9ad351d7d04c" providerId="ADAL" clId="{1782D908-4124-408E-8E70-BD4D334214AB}" dt="2026-04-09T04:55:18.116" v="283" actId="1076"/>
          <ac:graphicFrameMkLst>
            <pc:docMk/>
            <pc:sldMk cId="546682087" sldId="264"/>
            <ac:graphicFrameMk id="2" creationId="{555F7480-588E-C36D-399C-5E8CB1F579C5}"/>
          </ac:graphicFrameMkLst>
        </pc:graphicFrameChg>
      </pc:sldChg>
      <pc:sldChg chg="addSp delSp modSp add mod">
        <pc:chgData name="Adriatico, Dundee B." userId="a207e8a9-124e-439f-89fd-9ad351d7d04c" providerId="ADAL" clId="{1782D908-4124-408E-8E70-BD4D334214AB}" dt="2026-04-09T04:58:35.800" v="381" actId="20577"/>
        <pc:sldMkLst>
          <pc:docMk/>
          <pc:sldMk cId="1726875448" sldId="265"/>
        </pc:sldMkLst>
        <pc:spChg chg="add del mod">
          <ac:chgData name="Adriatico, Dundee B." userId="a207e8a9-124e-439f-89fd-9ad351d7d04c" providerId="ADAL" clId="{1782D908-4124-408E-8E70-BD4D334214AB}" dt="2026-04-09T04:58:30.250" v="354" actId="478"/>
          <ac:spMkLst>
            <pc:docMk/>
            <pc:sldMk cId="1726875448" sldId="265"/>
            <ac:spMk id="2" creationId="{26809621-0658-51D8-6FD5-034E9FA54B45}"/>
          </ac:spMkLst>
        </pc:spChg>
        <pc:spChg chg="add mod">
          <ac:chgData name="Adriatico, Dundee B." userId="a207e8a9-124e-439f-89fd-9ad351d7d04c" providerId="ADAL" clId="{1782D908-4124-408E-8E70-BD4D334214AB}" dt="2026-04-09T04:58:35.800" v="381" actId="20577"/>
          <ac:spMkLst>
            <pc:docMk/>
            <pc:sldMk cId="1726875448" sldId="265"/>
            <ac:spMk id="3" creationId="{93635594-7FE0-BC04-2ADA-4E799DB80EDA}"/>
          </ac:spMkLst>
        </pc:spChg>
        <pc:spChg chg="mod">
          <ac:chgData name="Adriatico, Dundee B." userId="a207e8a9-124e-439f-89fd-9ad351d7d04c" providerId="ADAL" clId="{1782D908-4124-408E-8E70-BD4D334214AB}" dt="2026-04-09T04:58:12.657" v="324" actId="20577"/>
          <ac:spMkLst>
            <pc:docMk/>
            <pc:sldMk cId="1726875448" sldId="265"/>
            <ac:spMk id="12" creationId="{3994E74E-0E28-ABD7-CB63-06A65F363AC1}"/>
          </ac:spMkLst>
        </pc:spChg>
      </pc:sldChg>
      <pc:sldChg chg="addSp delSp modSp add mod">
        <pc:chgData name="Adriatico, Dundee B." userId="a207e8a9-124e-439f-89fd-9ad351d7d04c" providerId="ADAL" clId="{1782D908-4124-408E-8E70-BD4D334214AB}" dt="2026-04-09T05:01:21.889" v="443" actId="14100"/>
        <pc:sldMkLst>
          <pc:docMk/>
          <pc:sldMk cId="2005714003" sldId="266"/>
        </pc:sldMkLst>
        <pc:spChg chg="mod">
          <ac:chgData name="Adriatico, Dundee B." userId="a207e8a9-124e-439f-89fd-9ad351d7d04c" providerId="ADAL" clId="{1782D908-4124-408E-8E70-BD4D334214AB}" dt="2026-04-09T04:59:26.286" v="399" actId="14100"/>
          <ac:spMkLst>
            <pc:docMk/>
            <pc:sldMk cId="2005714003" sldId="266"/>
            <ac:spMk id="3" creationId="{78CE8F23-A82A-A995-8024-D5CE0BD90BA6}"/>
          </ac:spMkLst>
        </pc:spChg>
        <pc:spChg chg="mod">
          <ac:chgData name="Adriatico, Dundee B." userId="a207e8a9-124e-439f-89fd-9ad351d7d04c" providerId="ADAL" clId="{1782D908-4124-408E-8E70-BD4D334214AB}" dt="2026-04-09T05:00:34.017" v="430" actId="20577"/>
          <ac:spMkLst>
            <pc:docMk/>
            <pc:sldMk cId="2005714003" sldId="266"/>
            <ac:spMk id="4" creationId="{12210598-2A3E-17C9-06FC-AD5405EFD4EC}"/>
          </ac:spMkLst>
        </pc:spChg>
        <pc:spChg chg="add del">
          <ac:chgData name="Adriatico, Dundee B." userId="a207e8a9-124e-439f-89fd-9ad351d7d04c" providerId="ADAL" clId="{1782D908-4124-408E-8E70-BD4D334214AB}" dt="2026-04-09T04:59:12.734" v="396" actId="22"/>
          <ac:spMkLst>
            <pc:docMk/>
            <pc:sldMk cId="2005714003" sldId="266"/>
            <ac:spMk id="6" creationId="{AF143D83-61DF-2BAC-4D21-C609BC6A043D}"/>
          </ac:spMkLst>
        </pc:spChg>
        <pc:spChg chg="add mod">
          <ac:chgData name="Adriatico, Dundee B." userId="a207e8a9-124e-439f-89fd-9ad351d7d04c" providerId="ADAL" clId="{1782D908-4124-408E-8E70-BD4D334214AB}" dt="2026-04-09T05:00:07.701" v="410" actId="1076"/>
          <ac:spMkLst>
            <pc:docMk/>
            <pc:sldMk cId="2005714003" sldId="266"/>
            <ac:spMk id="8" creationId="{861E6AD6-ACBE-389E-6233-C4A04E51348A}"/>
          </ac:spMkLst>
        </pc:spChg>
        <pc:spChg chg="del">
          <ac:chgData name="Adriatico, Dundee B." userId="a207e8a9-124e-439f-89fd-9ad351d7d04c" providerId="ADAL" clId="{1782D908-4124-408E-8E70-BD4D334214AB}" dt="2026-04-09T04:59:50.873" v="405" actId="478"/>
          <ac:spMkLst>
            <pc:docMk/>
            <pc:sldMk cId="2005714003" sldId="266"/>
            <ac:spMk id="9" creationId="{58167DA8-D5B4-F13F-BFC3-47DA5DB1ACEF}"/>
          </ac:spMkLst>
        </pc:spChg>
        <pc:spChg chg="mod">
          <ac:chgData name="Adriatico, Dundee B." userId="a207e8a9-124e-439f-89fd-9ad351d7d04c" providerId="ADAL" clId="{1782D908-4124-408E-8E70-BD4D334214AB}" dt="2026-04-09T04:58:46.871" v="390" actId="20577"/>
          <ac:spMkLst>
            <pc:docMk/>
            <pc:sldMk cId="2005714003" sldId="266"/>
            <ac:spMk id="11" creationId="{C983192B-71CF-98C7-FB94-2F5BEA62B1C0}"/>
          </ac:spMkLst>
        </pc:spChg>
        <pc:spChg chg="mod">
          <ac:chgData name="Adriatico, Dundee B." userId="a207e8a9-124e-439f-89fd-9ad351d7d04c" providerId="ADAL" clId="{1782D908-4124-408E-8E70-BD4D334214AB}" dt="2026-04-09T04:58:55.985" v="391"/>
          <ac:spMkLst>
            <pc:docMk/>
            <pc:sldMk cId="2005714003" sldId="266"/>
            <ac:spMk id="12" creationId="{4FAA39F1-7DA0-A3A4-53DF-43E423D96979}"/>
          </ac:spMkLst>
        </pc:spChg>
        <pc:spChg chg="mod">
          <ac:chgData name="Adriatico, Dundee B." userId="a207e8a9-124e-439f-89fd-9ad351d7d04c" providerId="ADAL" clId="{1782D908-4124-408E-8E70-BD4D334214AB}" dt="2026-04-09T05:00:12.948" v="411" actId="114"/>
          <ac:spMkLst>
            <pc:docMk/>
            <pc:sldMk cId="2005714003" sldId="266"/>
            <ac:spMk id="13" creationId="{8B6D7DB8-DBA7-9F61-07DA-1507EC2D01EC}"/>
          </ac:spMkLst>
        </pc:spChg>
        <pc:spChg chg="add mod">
          <ac:chgData name="Adriatico, Dundee B." userId="a207e8a9-124e-439f-89fd-9ad351d7d04c" providerId="ADAL" clId="{1782D908-4124-408E-8E70-BD4D334214AB}" dt="2026-04-09T05:01:21.889" v="443" actId="14100"/>
          <ac:spMkLst>
            <pc:docMk/>
            <pc:sldMk cId="2005714003" sldId="266"/>
            <ac:spMk id="14" creationId="{8B35B2AD-E6BF-87F2-DA44-5040D3F20C71}"/>
          </ac:spMkLst>
        </pc:spChg>
        <pc:graphicFrameChg chg="del">
          <ac:chgData name="Adriatico, Dundee B." userId="a207e8a9-124e-439f-89fd-9ad351d7d04c" providerId="ADAL" clId="{1782D908-4124-408E-8E70-BD4D334214AB}" dt="2026-04-09T05:00:46.149" v="433" actId="478"/>
          <ac:graphicFrameMkLst>
            <pc:docMk/>
            <pc:sldMk cId="2005714003" sldId="266"/>
            <ac:graphicFrameMk id="2" creationId="{6A30444E-FD55-E65F-988B-B752036DC25C}"/>
          </ac:graphicFrameMkLst>
        </pc:graphicFrameChg>
      </pc:sldChg>
      <pc:sldMasterChg chg="addSldLayout delSldLayout">
        <pc:chgData name="Adriatico, Dundee B." userId="a207e8a9-124e-439f-89fd-9ad351d7d04c" providerId="ADAL" clId="{1782D908-4124-408E-8E70-BD4D334214AB}" dt="2026-04-09T04:52:04.037" v="238" actId="47"/>
        <pc:sldMasterMkLst>
          <pc:docMk/>
          <pc:sldMasterMk cId="3412174801" sldId="2147483686"/>
        </pc:sldMasterMkLst>
        <pc:sldLayoutChg chg="add del">
          <pc:chgData name="Adriatico, Dundee B." userId="a207e8a9-124e-439f-89fd-9ad351d7d04c" providerId="ADAL" clId="{1782D908-4124-408E-8E70-BD4D334214AB}" dt="2026-04-09T04:52:04.037" v="238" actId="47"/>
          <pc:sldLayoutMkLst>
            <pc:docMk/>
            <pc:sldMasterMk cId="3412174801" sldId="2147483686"/>
            <pc:sldLayoutMk cId="1856718631" sldId="2147483687"/>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1E38AA-5BE5-400C-ACB5-72EC192CE8C6}" type="datetimeFigureOut">
              <a:rPr lang="en-CA" smtClean="0"/>
              <a:t>2026-04-08</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9F3382-CF14-4459-9AC4-47815BF1AA48}" type="slidenum">
              <a:rPr lang="en-CA" smtClean="0"/>
              <a:t>‹#›</a:t>
            </a:fld>
            <a:endParaRPr lang="en-CA"/>
          </a:p>
        </p:txBody>
      </p:sp>
    </p:spTree>
    <p:extLst>
      <p:ext uri="{BB962C8B-B14F-4D97-AF65-F5344CB8AC3E}">
        <p14:creationId xmlns:p14="http://schemas.microsoft.com/office/powerpoint/2010/main" val="27830701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BF9F3382-CF14-4459-9AC4-47815BF1AA48}" type="slidenum">
              <a:rPr lang="en-CA" smtClean="0"/>
              <a:t>1</a:t>
            </a:fld>
            <a:endParaRPr lang="en-CA"/>
          </a:p>
        </p:txBody>
      </p:sp>
    </p:spTree>
    <p:extLst>
      <p:ext uri="{BB962C8B-B14F-4D97-AF65-F5344CB8AC3E}">
        <p14:creationId xmlns:p14="http://schemas.microsoft.com/office/powerpoint/2010/main" val="16296399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4/8/2026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3380847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4/8/2026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878968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4/8/2026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9597548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4/8/2026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104182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4/8/2026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4285982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4/8/2026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69399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4/8/2026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604863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4/8/2026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179396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4/8/2026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104619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4/8/2026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3676479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4/8/2026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4848558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4/8/2026</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12174801"/>
      </p:ext>
    </p:extLst>
  </p:cSld>
  <p:clrMap bg1="lt1" tx1="dk1" bg2="lt2" tx2="dk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79" r:id="rId6"/>
    <p:sldLayoutId id="2147483675" r:id="rId7"/>
    <p:sldLayoutId id="2147483676" r:id="rId8"/>
    <p:sldLayoutId id="2147483677" r:id="rId9"/>
    <p:sldLayoutId id="2147483678" r:id="rId10"/>
    <p:sldLayoutId id="2147483680" r:id="rId11"/>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F17EA4F-FF17-0CFB-F346-BBBA1576368A}"/>
              </a:ext>
            </a:extLst>
          </p:cNvPr>
          <p:cNvSpPr>
            <a:spLocks noGrp="1"/>
          </p:cNvSpPr>
          <p:nvPr>
            <p:ph type="ctrTitle"/>
          </p:nvPr>
        </p:nvSpPr>
        <p:spPr>
          <a:xfrm>
            <a:off x="5604552" y="871758"/>
            <a:ext cx="6210220" cy="3871143"/>
          </a:xfrm>
        </p:spPr>
        <p:txBody>
          <a:bodyPr>
            <a:normAutofit/>
          </a:bodyPr>
          <a:lstStyle/>
          <a:p>
            <a:r>
              <a:rPr lang="en-US" dirty="0"/>
              <a:t>EMS Work-injury Forecasting App</a:t>
            </a:r>
            <a:endParaRPr lang="en-CA" dirty="0"/>
          </a:p>
        </p:txBody>
      </p:sp>
      <p:sp>
        <p:nvSpPr>
          <p:cNvPr id="3" name="Subtitle 2">
            <a:extLst>
              <a:ext uri="{FF2B5EF4-FFF2-40B4-BE49-F238E27FC236}">
                <a16:creationId xmlns:a16="http://schemas.microsoft.com/office/drawing/2014/main" id="{C0B484DB-E654-2418-513C-465F545D7FDE}"/>
              </a:ext>
            </a:extLst>
          </p:cNvPr>
          <p:cNvSpPr>
            <a:spLocks noGrp="1"/>
          </p:cNvSpPr>
          <p:nvPr>
            <p:ph type="subTitle" idx="1"/>
          </p:nvPr>
        </p:nvSpPr>
        <p:spPr>
          <a:xfrm>
            <a:off x="5619964" y="4785543"/>
            <a:ext cx="5322013" cy="1005657"/>
          </a:xfrm>
        </p:spPr>
        <p:txBody>
          <a:bodyPr>
            <a:normAutofit fontScale="85000" lnSpcReduction="20000"/>
          </a:bodyPr>
          <a:lstStyle/>
          <a:p>
            <a:pPr>
              <a:lnSpc>
                <a:spcPct val="100000"/>
              </a:lnSpc>
            </a:pPr>
            <a:r>
              <a:rPr lang="en-US" dirty="0"/>
              <a:t>A decision-support prototype that turns weekly injury and exposure records into forecasts, </a:t>
            </a:r>
            <a:r>
              <a:rPr lang="en-US" dirty="0" err="1"/>
              <a:t>backtests</a:t>
            </a:r>
            <a:r>
              <a:rPr lang="en-US" dirty="0"/>
              <a:t>, and AI-generated operational recommendations for EMS managers.</a:t>
            </a:r>
            <a:endParaRPr lang="en-CA" sz="1600" dirty="0"/>
          </a:p>
        </p:txBody>
      </p:sp>
      <p:pic>
        <p:nvPicPr>
          <p:cNvPr id="16" name="Picture 15" descr="Hand on a tablet with digital signs">
            <a:extLst>
              <a:ext uri="{FF2B5EF4-FFF2-40B4-BE49-F238E27FC236}">
                <a16:creationId xmlns:a16="http://schemas.microsoft.com/office/drawing/2014/main" id="{2CFE64EC-AFDB-34BF-DE2A-439A1278896C}"/>
              </a:ext>
            </a:extLst>
          </p:cNvPr>
          <p:cNvPicPr>
            <a:picLocks noChangeAspect="1"/>
          </p:cNvPicPr>
          <p:nvPr/>
        </p:nvPicPr>
        <p:blipFill>
          <a:blip r:embed="rId3"/>
          <a:srcRect l="47912" r="4621" b="-1"/>
          <a:stretch>
            <a:fillRect/>
          </a:stretch>
        </p:blipFill>
        <p:spPr>
          <a:xfrm>
            <a:off x="1" y="10"/>
            <a:ext cx="4876799" cy="6857989"/>
          </a:xfrm>
          <a:prstGeom prst="rect">
            <a:avLst/>
          </a:prstGeom>
        </p:spPr>
      </p:pic>
      <p:cxnSp>
        <p:nvCxnSpPr>
          <p:cNvPr id="17" name="Straight Connector 16">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723776" y="723900"/>
            <a:ext cx="5706224"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2CF06E40-3ECB-4820-95B5-8A70B07D4B4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723776" y="6134100"/>
            <a:ext cx="5668124"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9775AAB8-A6AD-203A-ADFE-8A92EF80B0B1}"/>
              </a:ext>
            </a:extLst>
          </p:cNvPr>
          <p:cNvSpPr txBox="1"/>
          <p:nvPr/>
        </p:nvSpPr>
        <p:spPr>
          <a:xfrm>
            <a:off x="5723776" y="3124200"/>
            <a:ext cx="5442452" cy="923330"/>
          </a:xfrm>
          <a:prstGeom prst="rect">
            <a:avLst/>
          </a:prstGeom>
          <a:noFill/>
        </p:spPr>
        <p:txBody>
          <a:bodyPr wrap="none" rtlCol="0">
            <a:spAutoFit/>
          </a:bodyPr>
          <a:lstStyle/>
          <a:p>
            <a:r>
              <a:rPr lang="en-US" b="1" dirty="0"/>
              <a:t>A </a:t>
            </a:r>
            <a:r>
              <a:rPr lang="en-US" b="1" dirty="0" err="1"/>
              <a:t>Riipen</a:t>
            </a:r>
            <a:r>
              <a:rPr lang="en-US" b="1" dirty="0"/>
              <a:t> Project for CSIS 4495 (Applied Research)</a:t>
            </a:r>
          </a:p>
          <a:p>
            <a:r>
              <a:rPr lang="en-US" dirty="0"/>
              <a:t>Dundee Adriatico</a:t>
            </a:r>
          </a:p>
          <a:p>
            <a:r>
              <a:rPr lang="en-US" i="1" dirty="0"/>
              <a:t>08 April 2026</a:t>
            </a:r>
            <a:endParaRPr lang="en-CA" i="1" dirty="0"/>
          </a:p>
        </p:txBody>
      </p:sp>
      <p:pic>
        <p:nvPicPr>
          <p:cNvPr id="6" name="Picture 5">
            <a:extLst>
              <a:ext uri="{FF2B5EF4-FFF2-40B4-BE49-F238E27FC236}">
                <a16:creationId xmlns:a16="http://schemas.microsoft.com/office/drawing/2014/main" id="{4EC30190-79DC-BE2B-9506-F178505414E9}"/>
              </a:ext>
            </a:extLst>
          </p:cNvPr>
          <p:cNvPicPr>
            <a:picLocks noChangeAspect="1"/>
          </p:cNvPicPr>
          <p:nvPr/>
        </p:nvPicPr>
        <p:blipFill>
          <a:blip r:embed="rId4">
            <a:extLst>
              <a:ext uri="{28A0092B-C50C-407E-A947-70E740481C1C}">
                <a14:useLocalDpi xmlns:a14="http://schemas.microsoft.com/office/drawing/2010/main" val="0"/>
              </a:ext>
            </a:extLst>
          </a:blip>
          <a:srcRect l="29921" r="20982"/>
          <a:stretch>
            <a:fillRect/>
          </a:stretch>
        </p:blipFill>
        <p:spPr>
          <a:xfrm>
            <a:off x="-510012" y="0"/>
            <a:ext cx="5386812" cy="6858000"/>
          </a:xfrm>
          <a:prstGeom prst="rect">
            <a:avLst/>
          </a:prstGeom>
        </p:spPr>
      </p:pic>
    </p:spTree>
    <p:extLst>
      <p:ext uri="{BB962C8B-B14F-4D97-AF65-F5344CB8AC3E}">
        <p14:creationId xmlns:p14="http://schemas.microsoft.com/office/powerpoint/2010/main" val="32850798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 7">
            <a:extLst>
              <a:ext uri="{FF2B5EF4-FFF2-40B4-BE49-F238E27FC236}">
                <a16:creationId xmlns:a16="http://schemas.microsoft.com/office/drawing/2014/main" id="{969D45E8-05D3-E4FF-B98D-9388F7C066C2}"/>
              </a:ext>
            </a:extLst>
          </p:cNvPr>
          <p:cNvSpPr/>
          <p:nvPr/>
        </p:nvSpPr>
        <p:spPr>
          <a:xfrm>
            <a:off x="834280" y="392448"/>
            <a:ext cx="2678465" cy="259402"/>
          </a:xfrm>
          <a:prstGeom prst="rect">
            <a:avLst/>
          </a:prstGeom>
          <a:noFill/>
          <a:ln/>
        </p:spPr>
        <p:txBody>
          <a:bodyPr wrap="square" lIns="0" tIns="0" rIns="0" bIns="0" rtlCol="0" anchor="t"/>
          <a:lstStyle/>
          <a:p>
            <a:r>
              <a:rPr lang="en-CA" cap="all" dirty="0"/>
              <a:t>Project overview</a:t>
            </a:r>
          </a:p>
          <a:p>
            <a:br>
              <a:rPr lang="en-CA" sz="2000" dirty="0"/>
            </a:br>
            <a:endParaRPr lang="en-US" sz="2000" dirty="0"/>
          </a:p>
        </p:txBody>
      </p:sp>
      <p:sp>
        <p:nvSpPr>
          <p:cNvPr id="12" name="Text 8">
            <a:extLst>
              <a:ext uri="{FF2B5EF4-FFF2-40B4-BE49-F238E27FC236}">
                <a16:creationId xmlns:a16="http://schemas.microsoft.com/office/drawing/2014/main" id="{6182BDB8-597D-5D45-703F-AD5110BB9868}"/>
              </a:ext>
            </a:extLst>
          </p:cNvPr>
          <p:cNvSpPr/>
          <p:nvPr/>
        </p:nvSpPr>
        <p:spPr>
          <a:xfrm>
            <a:off x="834279" y="766602"/>
            <a:ext cx="10455057" cy="618570"/>
          </a:xfrm>
          <a:prstGeom prst="rect">
            <a:avLst/>
          </a:prstGeom>
          <a:noFill/>
          <a:ln/>
        </p:spPr>
        <p:txBody>
          <a:bodyPr wrap="square" lIns="0" tIns="0" rIns="0" bIns="0" rtlCol="0" anchor="t"/>
          <a:lstStyle/>
          <a:p>
            <a:r>
              <a:rPr lang="en-US" sz="3200" b="1" dirty="0"/>
              <a:t>Problem, novelty, and full framework</a:t>
            </a:r>
          </a:p>
        </p:txBody>
      </p:sp>
      <p:sp>
        <p:nvSpPr>
          <p:cNvPr id="13" name="Text 9">
            <a:extLst>
              <a:ext uri="{FF2B5EF4-FFF2-40B4-BE49-F238E27FC236}">
                <a16:creationId xmlns:a16="http://schemas.microsoft.com/office/drawing/2014/main" id="{E9004102-C07C-29EB-EBFB-788CB2783016}"/>
              </a:ext>
            </a:extLst>
          </p:cNvPr>
          <p:cNvSpPr/>
          <p:nvPr/>
        </p:nvSpPr>
        <p:spPr>
          <a:xfrm>
            <a:off x="834279" y="2362199"/>
            <a:ext cx="4156621" cy="1376881"/>
          </a:xfrm>
          <a:prstGeom prst="rect">
            <a:avLst/>
          </a:prstGeom>
          <a:noFill/>
          <a:ln/>
        </p:spPr>
        <p:txBody>
          <a:bodyPr wrap="square" lIns="0" tIns="0" rIns="0" bIns="0" rtlCol="0" anchor="t"/>
          <a:lstStyle/>
          <a:p>
            <a:pPr marL="171450" indent="-171450">
              <a:buFont typeface="Arial" panose="020B0604020202020204" pitchFamily="34" charset="0"/>
              <a:buChar char="•"/>
            </a:pPr>
            <a:r>
              <a:rPr lang="en-US" sz="1200" dirty="0">
                <a:latin typeface="Aptos" panose="020B0004020202020204" pitchFamily="34" charset="0"/>
              </a:rPr>
              <a:t>EMS supervisors usually react to exposure spikes after they happen instead of planning ahead.</a:t>
            </a:r>
          </a:p>
          <a:p>
            <a:pPr marL="171450" indent="-171450">
              <a:buFont typeface="Arial" panose="020B0604020202020204" pitchFamily="34" charset="0"/>
              <a:buChar char="•"/>
            </a:pPr>
            <a:r>
              <a:rPr lang="en-US" sz="1200" dirty="0">
                <a:latin typeface="Aptos" panose="020B0004020202020204" pitchFamily="34" charset="0"/>
              </a:rPr>
              <a:t>This app estimates future weekly exposure volume so staffing, PPE, overtime, and reporting support can be planned earlier.</a:t>
            </a:r>
          </a:p>
          <a:p>
            <a:pPr marL="171450" indent="-171450">
              <a:buFont typeface="Arial" panose="020B0604020202020204" pitchFamily="34" charset="0"/>
              <a:buChar char="•"/>
            </a:pPr>
            <a:r>
              <a:rPr lang="en-US" sz="1200" dirty="0">
                <a:latin typeface="Aptos" panose="020B0004020202020204" pitchFamily="34" charset="0"/>
              </a:rPr>
              <a:t>The practical goal is utility, not just prediction: move from counts to operational action.</a:t>
            </a:r>
          </a:p>
        </p:txBody>
      </p:sp>
      <p:sp>
        <p:nvSpPr>
          <p:cNvPr id="3" name="TextBox 2">
            <a:extLst>
              <a:ext uri="{FF2B5EF4-FFF2-40B4-BE49-F238E27FC236}">
                <a16:creationId xmlns:a16="http://schemas.microsoft.com/office/drawing/2014/main" id="{852A536A-D1DC-55A7-A3DD-02FF4F5EFB12}"/>
              </a:ext>
            </a:extLst>
          </p:cNvPr>
          <p:cNvSpPr txBox="1"/>
          <p:nvPr/>
        </p:nvSpPr>
        <p:spPr>
          <a:xfrm>
            <a:off x="834279" y="1893867"/>
            <a:ext cx="1942145" cy="369332"/>
          </a:xfrm>
          <a:prstGeom prst="rect">
            <a:avLst/>
          </a:prstGeom>
          <a:noFill/>
        </p:spPr>
        <p:txBody>
          <a:bodyPr wrap="square">
            <a:spAutoFit/>
          </a:bodyPr>
          <a:lstStyle/>
          <a:p>
            <a:pPr algn="l">
              <a:spcAft>
                <a:spcPts val="900"/>
              </a:spcAft>
              <a:buNone/>
            </a:pPr>
            <a:r>
              <a:rPr lang="en-CA" b="1" i="0" dirty="0">
                <a:solidFill>
                  <a:srgbClr val="0F766E"/>
                </a:solidFill>
                <a:effectLst/>
                <a:latin typeface="ui-sans-serif"/>
              </a:rPr>
              <a:t>Why this matters?</a:t>
            </a:r>
            <a:endParaRPr lang="en-CA" dirty="0"/>
          </a:p>
        </p:txBody>
      </p:sp>
      <p:sp>
        <p:nvSpPr>
          <p:cNvPr id="4" name="TextBox 3">
            <a:extLst>
              <a:ext uri="{FF2B5EF4-FFF2-40B4-BE49-F238E27FC236}">
                <a16:creationId xmlns:a16="http://schemas.microsoft.com/office/drawing/2014/main" id="{9E915874-F740-AA7C-007F-5116B7000BFF}"/>
              </a:ext>
            </a:extLst>
          </p:cNvPr>
          <p:cNvSpPr txBox="1"/>
          <p:nvPr/>
        </p:nvSpPr>
        <p:spPr>
          <a:xfrm>
            <a:off x="5690858" y="1893867"/>
            <a:ext cx="2203764" cy="369332"/>
          </a:xfrm>
          <a:prstGeom prst="rect">
            <a:avLst/>
          </a:prstGeom>
          <a:noFill/>
        </p:spPr>
        <p:txBody>
          <a:bodyPr wrap="square">
            <a:spAutoFit/>
          </a:bodyPr>
          <a:lstStyle/>
          <a:p>
            <a:pPr algn="l">
              <a:spcAft>
                <a:spcPts val="900"/>
              </a:spcAft>
              <a:buNone/>
            </a:pPr>
            <a:r>
              <a:rPr lang="en-CA" b="1" i="0" dirty="0">
                <a:solidFill>
                  <a:srgbClr val="0F766E"/>
                </a:solidFill>
                <a:effectLst/>
                <a:latin typeface="ui-sans-serif"/>
              </a:rPr>
              <a:t>What is novel here?</a:t>
            </a:r>
            <a:endParaRPr lang="en-CA" dirty="0"/>
          </a:p>
        </p:txBody>
      </p:sp>
      <p:sp>
        <p:nvSpPr>
          <p:cNvPr id="6" name="Text 9">
            <a:extLst>
              <a:ext uri="{FF2B5EF4-FFF2-40B4-BE49-F238E27FC236}">
                <a16:creationId xmlns:a16="http://schemas.microsoft.com/office/drawing/2014/main" id="{159486EE-7E9D-2A8E-7986-6B268FFE60A0}"/>
              </a:ext>
            </a:extLst>
          </p:cNvPr>
          <p:cNvSpPr/>
          <p:nvPr/>
        </p:nvSpPr>
        <p:spPr>
          <a:xfrm>
            <a:off x="5690858" y="2353144"/>
            <a:ext cx="4156621" cy="1376881"/>
          </a:xfrm>
          <a:prstGeom prst="rect">
            <a:avLst/>
          </a:prstGeom>
          <a:noFill/>
          <a:ln/>
        </p:spPr>
        <p:txBody>
          <a:bodyPr wrap="square" lIns="0" tIns="0" rIns="0" bIns="0" rtlCol="0" anchor="t"/>
          <a:lstStyle/>
          <a:p>
            <a:pPr marL="171450" indent="-171450">
              <a:buFont typeface="Arial" panose="020B0604020202020204" pitchFamily="34" charset="0"/>
              <a:buChar char="•"/>
            </a:pPr>
            <a:r>
              <a:rPr lang="en-US" sz="1200" dirty="0">
                <a:latin typeface="Aptos" panose="020B0004020202020204" pitchFamily="34" charset="0"/>
              </a:rPr>
              <a:t>Combines forecasting models, manager-facing </a:t>
            </a:r>
            <a:r>
              <a:rPr lang="en-US" sz="1200" dirty="0" err="1">
                <a:latin typeface="Aptos" panose="020B0004020202020204" pitchFamily="34" charset="0"/>
              </a:rPr>
              <a:t>backtest</a:t>
            </a:r>
            <a:r>
              <a:rPr lang="en-US" sz="1200" dirty="0">
                <a:latin typeface="Aptos" panose="020B0004020202020204" pitchFamily="34" charset="0"/>
              </a:rPr>
              <a:t> metrics, and AI-generated recommendations in one workflow.</a:t>
            </a:r>
          </a:p>
          <a:p>
            <a:pPr marL="171450" indent="-171450">
              <a:buFont typeface="Arial" panose="020B0604020202020204" pitchFamily="34" charset="0"/>
              <a:buChar char="•"/>
            </a:pPr>
            <a:r>
              <a:rPr lang="en-US" sz="1200" dirty="0">
                <a:latin typeface="Aptos" panose="020B0004020202020204" pitchFamily="34" charset="0"/>
              </a:rPr>
              <a:t>Adds optional weather and major-event context to enrich decision making.</a:t>
            </a:r>
          </a:p>
          <a:p>
            <a:pPr marL="171450" indent="-171450">
              <a:buFont typeface="Arial" panose="020B0604020202020204" pitchFamily="34" charset="0"/>
              <a:buChar char="•"/>
            </a:pPr>
            <a:r>
              <a:rPr lang="en-US" sz="1200" dirty="0">
                <a:latin typeface="Aptos" panose="020B0004020202020204" pitchFamily="34" charset="0"/>
              </a:rPr>
              <a:t>Focuses on an EMS use case rather than a generic forecasting dashboard.</a:t>
            </a:r>
          </a:p>
        </p:txBody>
      </p:sp>
      <p:sp>
        <p:nvSpPr>
          <p:cNvPr id="10" name="TextBox 9">
            <a:extLst>
              <a:ext uri="{FF2B5EF4-FFF2-40B4-BE49-F238E27FC236}">
                <a16:creationId xmlns:a16="http://schemas.microsoft.com/office/drawing/2014/main" id="{44AB5694-B3E2-4AFC-9E7E-20432D88CE31}"/>
              </a:ext>
            </a:extLst>
          </p:cNvPr>
          <p:cNvSpPr txBox="1"/>
          <p:nvPr/>
        </p:nvSpPr>
        <p:spPr>
          <a:xfrm>
            <a:off x="873296" y="4697997"/>
            <a:ext cx="2039293" cy="846386"/>
          </a:xfrm>
          <a:prstGeom prst="rect">
            <a:avLst/>
          </a:prstGeom>
          <a:noFill/>
        </p:spPr>
        <p:txBody>
          <a:bodyPr wrap="square">
            <a:spAutoFit/>
          </a:bodyPr>
          <a:lstStyle/>
          <a:p>
            <a:pPr algn="l">
              <a:buNone/>
            </a:pPr>
            <a:r>
              <a:rPr lang="en-US" sz="1100" b="0" i="0" cap="all" dirty="0">
                <a:solidFill>
                  <a:srgbClr val="64748B"/>
                </a:solidFill>
                <a:effectLst/>
                <a:latin typeface="ui-sans-serif"/>
              </a:rPr>
              <a:t>Data</a:t>
            </a:r>
          </a:p>
          <a:p>
            <a:pPr algn="l">
              <a:spcBef>
                <a:spcPts val="600"/>
              </a:spcBef>
              <a:buNone/>
            </a:pPr>
            <a:r>
              <a:rPr lang="en-US" sz="1100" b="0" i="0" dirty="0">
                <a:solidFill>
                  <a:srgbClr val="355163"/>
                </a:solidFill>
                <a:effectLst/>
                <a:latin typeface="ui-sans-serif"/>
              </a:rPr>
              <a:t>PCR exposure records aggregated to Monday-based weekly counts.</a:t>
            </a:r>
          </a:p>
        </p:txBody>
      </p:sp>
      <p:sp>
        <p:nvSpPr>
          <p:cNvPr id="24" name="TextBox 23">
            <a:extLst>
              <a:ext uri="{FF2B5EF4-FFF2-40B4-BE49-F238E27FC236}">
                <a16:creationId xmlns:a16="http://schemas.microsoft.com/office/drawing/2014/main" id="{A879127E-6820-AC0F-C2E9-F229B3DEEF93}"/>
              </a:ext>
            </a:extLst>
          </p:cNvPr>
          <p:cNvSpPr txBox="1"/>
          <p:nvPr/>
        </p:nvSpPr>
        <p:spPr>
          <a:xfrm>
            <a:off x="3047246" y="4697997"/>
            <a:ext cx="2303352" cy="846386"/>
          </a:xfrm>
          <a:prstGeom prst="rect">
            <a:avLst/>
          </a:prstGeom>
          <a:noFill/>
        </p:spPr>
        <p:txBody>
          <a:bodyPr wrap="square">
            <a:spAutoFit/>
          </a:bodyPr>
          <a:lstStyle/>
          <a:p>
            <a:pPr algn="l">
              <a:buNone/>
            </a:pPr>
            <a:r>
              <a:rPr lang="en-US" sz="1100" b="0" i="0" cap="all" dirty="0">
                <a:solidFill>
                  <a:srgbClr val="64748B"/>
                </a:solidFill>
                <a:effectLst/>
                <a:latin typeface="ui-sans-serif"/>
              </a:rPr>
              <a:t>Models</a:t>
            </a:r>
          </a:p>
          <a:p>
            <a:pPr algn="l">
              <a:spcBef>
                <a:spcPts val="600"/>
              </a:spcBef>
              <a:buNone/>
            </a:pPr>
            <a:r>
              <a:rPr lang="en-US" sz="1100" b="0" i="0" dirty="0">
                <a:solidFill>
                  <a:srgbClr val="355163"/>
                </a:solidFill>
                <a:effectLst/>
                <a:latin typeface="ui-sans-serif"/>
              </a:rPr>
              <a:t>Naive, moving average, exponential smoothing, Holt, Holt-Winters, SARIMA.</a:t>
            </a:r>
          </a:p>
        </p:txBody>
      </p:sp>
      <p:sp>
        <p:nvSpPr>
          <p:cNvPr id="26" name="TextBox 25">
            <a:extLst>
              <a:ext uri="{FF2B5EF4-FFF2-40B4-BE49-F238E27FC236}">
                <a16:creationId xmlns:a16="http://schemas.microsoft.com/office/drawing/2014/main" id="{40FDD8CE-A86E-1B49-B510-ACC6EA03473F}"/>
              </a:ext>
            </a:extLst>
          </p:cNvPr>
          <p:cNvSpPr txBox="1"/>
          <p:nvPr/>
        </p:nvSpPr>
        <p:spPr>
          <a:xfrm>
            <a:off x="5485255" y="4688192"/>
            <a:ext cx="2419538" cy="846386"/>
          </a:xfrm>
          <a:prstGeom prst="rect">
            <a:avLst/>
          </a:prstGeom>
          <a:noFill/>
        </p:spPr>
        <p:txBody>
          <a:bodyPr wrap="square">
            <a:spAutoFit/>
          </a:bodyPr>
          <a:lstStyle/>
          <a:p>
            <a:pPr algn="l">
              <a:buNone/>
            </a:pPr>
            <a:r>
              <a:rPr lang="en-US" sz="1100" b="0" i="0" cap="all" dirty="0">
                <a:solidFill>
                  <a:srgbClr val="64748B"/>
                </a:solidFill>
                <a:effectLst/>
                <a:latin typeface="ui-sans-serif"/>
              </a:rPr>
              <a:t>App</a:t>
            </a:r>
          </a:p>
          <a:p>
            <a:pPr algn="l">
              <a:spcBef>
                <a:spcPts val="600"/>
              </a:spcBef>
              <a:buNone/>
            </a:pPr>
            <a:r>
              <a:rPr lang="en-US" sz="1100" b="0" i="0" dirty="0" err="1">
                <a:solidFill>
                  <a:srgbClr val="355163"/>
                </a:solidFill>
                <a:effectLst/>
                <a:latin typeface="ui-sans-serif"/>
              </a:rPr>
              <a:t>Streamlit</a:t>
            </a:r>
            <a:r>
              <a:rPr lang="en-US" sz="1100" b="0" i="0" dirty="0">
                <a:solidFill>
                  <a:srgbClr val="355163"/>
                </a:solidFill>
                <a:effectLst/>
                <a:latin typeface="ui-sans-serif"/>
              </a:rPr>
              <a:t> interface with sidebar controls, charts, forecast table, and comparisons.</a:t>
            </a:r>
          </a:p>
        </p:txBody>
      </p:sp>
      <p:sp>
        <p:nvSpPr>
          <p:cNvPr id="28" name="TextBox 27">
            <a:extLst>
              <a:ext uri="{FF2B5EF4-FFF2-40B4-BE49-F238E27FC236}">
                <a16:creationId xmlns:a16="http://schemas.microsoft.com/office/drawing/2014/main" id="{56892853-FE97-3A18-1839-11592F01144A}"/>
              </a:ext>
            </a:extLst>
          </p:cNvPr>
          <p:cNvSpPr txBox="1"/>
          <p:nvPr/>
        </p:nvSpPr>
        <p:spPr>
          <a:xfrm>
            <a:off x="8039450" y="4697997"/>
            <a:ext cx="1937469" cy="846386"/>
          </a:xfrm>
          <a:prstGeom prst="rect">
            <a:avLst/>
          </a:prstGeom>
          <a:noFill/>
        </p:spPr>
        <p:txBody>
          <a:bodyPr wrap="square">
            <a:spAutoFit/>
          </a:bodyPr>
          <a:lstStyle/>
          <a:p>
            <a:pPr algn="l">
              <a:buNone/>
            </a:pPr>
            <a:r>
              <a:rPr lang="en-US" sz="1100" b="0" i="0" cap="all" dirty="0">
                <a:solidFill>
                  <a:srgbClr val="64748B"/>
                </a:solidFill>
                <a:effectLst/>
                <a:latin typeface="ui-sans-serif"/>
              </a:rPr>
              <a:t>AI layer</a:t>
            </a:r>
          </a:p>
          <a:p>
            <a:pPr algn="l">
              <a:spcBef>
                <a:spcPts val="600"/>
              </a:spcBef>
              <a:buNone/>
            </a:pPr>
            <a:r>
              <a:rPr lang="en-US" sz="1100" b="0" i="0" dirty="0">
                <a:solidFill>
                  <a:srgbClr val="355163"/>
                </a:solidFill>
                <a:effectLst/>
                <a:latin typeface="ui-sans-serif"/>
              </a:rPr>
              <a:t>Gemini/OpenAI prompt that converts forecast reliability into planning guidance.</a:t>
            </a:r>
          </a:p>
        </p:txBody>
      </p:sp>
    </p:spTree>
    <p:extLst>
      <p:ext uri="{BB962C8B-B14F-4D97-AF65-F5344CB8AC3E}">
        <p14:creationId xmlns:p14="http://schemas.microsoft.com/office/powerpoint/2010/main" val="6698783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5DDDE-1D77-0F21-8040-B74E26147885}"/>
            </a:ext>
          </a:extLst>
        </p:cNvPr>
        <p:cNvGrpSpPr/>
        <p:nvPr/>
      </p:nvGrpSpPr>
      <p:grpSpPr>
        <a:xfrm>
          <a:off x="0" y="0"/>
          <a:ext cx="0" cy="0"/>
          <a:chOff x="0" y="0"/>
          <a:chExt cx="0" cy="0"/>
        </a:xfrm>
      </p:grpSpPr>
      <p:sp>
        <p:nvSpPr>
          <p:cNvPr id="11" name="Text 7">
            <a:extLst>
              <a:ext uri="{FF2B5EF4-FFF2-40B4-BE49-F238E27FC236}">
                <a16:creationId xmlns:a16="http://schemas.microsoft.com/office/drawing/2014/main" id="{EF5F76A6-9F21-EE84-C65D-BDC14BF06838}"/>
              </a:ext>
            </a:extLst>
          </p:cNvPr>
          <p:cNvSpPr/>
          <p:nvPr/>
        </p:nvSpPr>
        <p:spPr>
          <a:xfrm>
            <a:off x="834280" y="392448"/>
            <a:ext cx="2678465" cy="259402"/>
          </a:xfrm>
          <a:prstGeom prst="rect">
            <a:avLst/>
          </a:prstGeom>
          <a:noFill/>
          <a:ln/>
        </p:spPr>
        <p:txBody>
          <a:bodyPr wrap="square" lIns="0" tIns="0" rIns="0" bIns="0" rtlCol="0" anchor="t"/>
          <a:lstStyle/>
          <a:p>
            <a:r>
              <a:rPr lang="en-CA" cap="all" dirty="0"/>
              <a:t>DATA AND FINDINGS</a:t>
            </a:r>
          </a:p>
          <a:p>
            <a:br>
              <a:rPr lang="en-CA" sz="2000" dirty="0"/>
            </a:br>
            <a:endParaRPr lang="en-US" sz="2000" dirty="0"/>
          </a:p>
        </p:txBody>
      </p:sp>
      <p:sp>
        <p:nvSpPr>
          <p:cNvPr id="12" name="Text 8">
            <a:extLst>
              <a:ext uri="{FF2B5EF4-FFF2-40B4-BE49-F238E27FC236}">
                <a16:creationId xmlns:a16="http://schemas.microsoft.com/office/drawing/2014/main" id="{68F9AC32-B1D3-40FA-D91A-9AF0D7A69258}"/>
              </a:ext>
            </a:extLst>
          </p:cNvPr>
          <p:cNvSpPr/>
          <p:nvPr/>
        </p:nvSpPr>
        <p:spPr>
          <a:xfrm>
            <a:off x="834279" y="766602"/>
            <a:ext cx="10455057" cy="618570"/>
          </a:xfrm>
          <a:prstGeom prst="rect">
            <a:avLst/>
          </a:prstGeom>
          <a:noFill/>
          <a:ln/>
        </p:spPr>
        <p:txBody>
          <a:bodyPr wrap="square" lIns="0" tIns="0" rIns="0" bIns="0" rtlCol="0" anchor="t"/>
          <a:lstStyle/>
          <a:p>
            <a:r>
              <a:rPr lang="en-US" sz="3200" b="1" dirty="0"/>
              <a:t>What the data is already telling us</a:t>
            </a:r>
          </a:p>
        </p:txBody>
      </p:sp>
      <p:sp>
        <p:nvSpPr>
          <p:cNvPr id="13" name="Text 9">
            <a:extLst>
              <a:ext uri="{FF2B5EF4-FFF2-40B4-BE49-F238E27FC236}">
                <a16:creationId xmlns:a16="http://schemas.microsoft.com/office/drawing/2014/main" id="{6AC6CBD0-0EA6-0C62-78B8-78807C6644CA}"/>
              </a:ext>
            </a:extLst>
          </p:cNvPr>
          <p:cNvSpPr/>
          <p:nvPr/>
        </p:nvSpPr>
        <p:spPr>
          <a:xfrm>
            <a:off x="834279" y="2362199"/>
            <a:ext cx="4156621" cy="1376881"/>
          </a:xfrm>
          <a:prstGeom prst="rect">
            <a:avLst/>
          </a:prstGeom>
          <a:noFill/>
          <a:ln/>
        </p:spPr>
        <p:txBody>
          <a:bodyPr wrap="square" lIns="0" tIns="0" rIns="0" bIns="0" rtlCol="0" anchor="t"/>
          <a:lstStyle/>
          <a:p>
            <a:pPr marL="171450" indent="-171450">
              <a:buFont typeface="Arial" panose="020B0604020202020204" pitchFamily="34" charset="0"/>
              <a:buChar char="•"/>
            </a:pPr>
            <a:r>
              <a:rPr lang="en-US" sz="1200" dirty="0">
                <a:latin typeface="Aptos" panose="020B0004020202020204" pitchFamily="34" charset="0"/>
              </a:rPr>
              <a:t>Both 2023 and 2024 show a similar seasonal shape: exposures are highest around January and trend downward toward the end of the year.</a:t>
            </a:r>
          </a:p>
          <a:p>
            <a:pPr marL="171450" indent="-171450">
              <a:buFont typeface="Arial" panose="020B0604020202020204" pitchFamily="34" charset="0"/>
              <a:buChar char="•"/>
            </a:pPr>
            <a:r>
              <a:rPr lang="en-US" sz="1200" dirty="0">
                <a:latin typeface="Aptos" panose="020B0004020202020204" pitchFamily="34" charset="0"/>
              </a:rPr>
              <a:t>The fact that 2023 still shows the same directional pattern, even while looking inflated, suggests the seasonal signal is real.</a:t>
            </a:r>
          </a:p>
          <a:p>
            <a:pPr marL="171450" indent="-171450">
              <a:buFont typeface="Arial" panose="020B0604020202020204" pitchFamily="34" charset="0"/>
              <a:buChar char="•"/>
            </a:pPr>
            <a:r>
              <a:rPr lang="en-US" sz="1200" dirty="0">
                <a:latin typeface="Aptos" panose="020B0004020202020204" pitchFamily="34" charset="0"/>
              </a:rPr>
              <a:t>This gives a useful planning insight now, while still leaving room for a stronger cleaned version later.</a:t>
            </a:r>
          </a:p>
        </p:txBody>
      </p:sp>
      <p:sp>
        <p:nvSpPr>
          <p:cNvPr id="3" name="TextBox 2">
            <a:extLst>
              <a:ext uri="{FF2B5EF4-FFF2-40B4-BE49-F238E27FC236}">
                <a16:creationId xmlns:a16="http://schemas.microsoft.com/office/drawing/2014/main" id="{C62D3D4C-68BD-EC24-24D5-9B49DD5362E3}"/>
              </a:ext>
            </a:extLst>
          </p:cNvPr>
          <p:cNvSpPr txBox="1"/>
          <p:nvPr/>
        </p:nvSpPr>
        <p:spPr>
          <a:xfrm>
            <a:off x="834279" y="1893867"/>
            <a:ext cx="1942145" cy="369332"/>
          </a:xfrm>
          <a:prstGeom prst="rect">
            <a:avLst/>
          </a:prstGeom>
          <a:noFill/>
        </p:spPr>
        <p:txBody>
          <a:bodyPr wrap="square">
            <a:spAutoFit/>
          </a:bodyPr>
          <a:lstStyle/>
          <a:p>
            <a:pPr algn="l">
              <a:spcAft>
                <a:spcPts val="900"/>
              </a:spcAft>
              <a:buNone/>
            </a:pPr>
            <a:r>
              <a:rPr lang="en-CA" b="1" i="0" dirty="0">
                <a:solidFill>
                  <a:srgbClr val="0F766E"/>
                </a:solidFill>
                <a:effectLst/>
                <a:latin typeface="ui-sans-serif"/>
              </a:rPr>
              <a:t>Observed pattern</a:t>
            </a:r>
          </a:p>
        </p:txBody>
      </p:sp>
      <p:sp>
        <p:nvSpPr>
          <p:cNvPr id="4" name="TextBox 3">
            <a:extLst>
              <a:ext uri="{FF2B5EF4-FFF2-40B4-BE49-F238E27FC236}">
                <a16:creationId xmlns:a16="http://schemas.microsoft.com/office/drawing/2014/main" id="{C1BBBD4A-5879-66C4-170F-318DE9114A1E}"/>
              </a:ext>
            </a:extLst>
          </p:cNvPr>
          <p:cNvSpPr txBox="1"/>
          <p:nvPr/>
        </p:nvSpPr>
        <p:spPr>
          <a:xfrm>
            <a:off x="5690858" y="1893867"/>
            <a:ext cx="2203764" cy="369332"/>
          </a:xfrm>
          <a:prstGeom prst="rect">
            <a:avLst/>
          </a:prstGeom>
          <a:noFill/>
        </p:spPr>
        <p:txBody>
          <a:bodyPr wrap="square">
            <a:spAutoFit/>
          </a:bodyPr>
          <a:lstStyle/>
          <a:p>
            <a:pPr algn="l">
              <a:spcAft>
                <a:spcPts val="900"/>
              </a:spcAft>
              <a:buNone/>
            </a:pPr>
            <a:r>
              <a:rPr lang="en-CA" b="1" i="0" dirty="0">
                <a:solidFill>
                  <a:srgbClr val="0F766E"/>
                </a:solidFill>
                <a:effectLst/>
                <a:latin typeface="ui-sans-serif"/>
              </a:rPr>
              <a:t>Data limitation</a:t>
            </a:r>
          </a:p>
        </p:txBody>
      </p:sp>
      <p:sp>
        <p:nvSpPr>
          <p:cNvPr id="6" name="Text 9">
            <a:extLst>
              <a:ext uri="{FF2B5EF4-FFF2-40B4-BE49-F238E27FC236}">
                <a16:creationId xmlns:a16="http://schemas.microsoft.com/office/drawing/2014/main" id="{0E37DDBB-E0C8-DBBE-856F-A04317A2C232}"/>
              </a:ext>
            </a:extLst>
          </p:cNvPr>
          <p:cNvSpPr/>
          <p:nvPr/>
        </p:nvSpPr>
        <p:spPr>
          <a:xfrm>
            <a:off x="5690858" y="2353144"/>
            <a:ext cx="4156621" cy="1376881"/>
          </a:xfrm>
          <a:prstGeom prst="rect">
            <a:avLst/>
          </a:prstGeom>
          <a:noFill/>
          <a:ln/>
        </p:spPr>
        <p:txBody>
          <a:bodyPr wrap="square" lIns="0" tIns="0" rIns="0" bIns="0" rtlCol="0" anchor="t"/>
          <a:lstStyle/>
          <a:p>
            <a:pPr marL="171450" indent="-171450">
              <a:buFont typeface="Arial" panose="020B0604020202020204" pitchFamily="34" charset="0"/>
              <a:buChar char="•"/>
            </a:pPr>
            <a:r>
              <a:rPr lang="en-US" sz="1200" dirty="0">
                <a:latin typeface="Aptos" panose="020B0004020202020204" pitchFamily="34" charset="0"/>
              </a:rPr>
              <a:t>The 2023 data likely still needs additional filters and cleanup. Because the project timeline was short, the current version keeps that year available for exploration, but the strongest modeling decisions should rely more heavily on the cleaner 2024 signal.</a:t>
            </a:r>
          </a:p>
        </p:txBody>
      </p:sp>
      <p:sp>
        <p:nvSpPr>
          <p:cNvPr id="5" name="TextBox 4">
            <a:extLst>
              <a:ext uri="{FF2B5EF4-FFF2-40B4-BE49-F238E27FC236}">
                <a16:creationId xmlns:a16="http://schemas.microsoft.com/office/drawing/2014/main" id="{ECB542FC-1A30-89E8-F95E-640B8A1AB5D9}"/>
              </a:ext>
            </a:extLst>
          </p:cNvPr>
          <p:cNvSpPr txBox="1"/>
          <p:nvPr/>
        </p:nvSpPr>
        <p:spPr>
          <a:xfrm>
            <a:off x="933868" y="4346165"/>
            <a:ext cx="2180525" cy="1123384"/>
          </a:xfrm>
          <a:prstGeom prst="rect">
            <a:avLst/>
          </a:prstGeom>
          <a:noFill/>
        </p:spPr>
        <p:txBody>
          <a:bodyPr wrap="square">
            <a:spAutoFit/>
          </a:bodyPr>
          <a:lstStyle/>
          <a:p>
            <a:pPr algn="l">
              <a:buNone/>
            </a:pPr>
            <a:r>
              <a:rPr lang="en-US" sz="2000" b="1" i="0" dirty="0">
                <a:solidFill>
                  <a:srgbClr val="0F766E"/>
                </a:solidFill>
                <a:effectLst/>
                <a:latin typeface="ui-sans-serif"/>
              </a:rPr>
              <a:t>Jan</a:t>
            </a:r>
          </a:p>
          <a:p>
            <a:pPr algn="l">
              <a:spcBef>
                <a:spcPts val="600"/>
              </a:spcBef>
              <a:buNone/>
            </a:pPr>
            <a:r>
              <a:rPr lang="en-US" sz="1400" b="0" i="0" dirty="0">
                <a:solidFill>
                  <a:srgbClr val="355163"/>
                </a:solidFill>
                <a:effectLst/>
                <a:latin typeface="ui-sans-serif"/>
              </a:rPr>
              <a:t>Highest exposure pressure appears near the start of the year.</a:t>
            </a:r>
          </a:p>
        </p:txBody>
      </p:sp>
      <p:sp>
        <p:nvSpPr>
          <p:cNvPr id="8" name="TextBox 7">
            <a:extLst>
              <a:ext uri="{FF2B5EF4-FFF2-40B4-BE49-F238E27FC236}">
                <a16:creationId xmlns:a16="http://schemas.microsoft.com/office/drawing/2014/main" id="{CDEC73D8-3F8B-720D-2EC4-94B20DEECCDA}"/>
              </a:ext>
            </a:extLst>
          </p:cNvPr>
          <p:cNvSpPr txBox="1"/>
          <p:nvPr/>
        </p:nvSpPr>
        <p:spPr>
          <a:xfrm>
            <a:off x="4219293" y="4346165"/>
            <a:ext cx="2573447" cy="1123384"/>
          </a:xfrm>
          <a:prstGeom prst="rect">
            <a:avLst/>
          </a:prstGeom>
          <a:noFill/>
        </p:spPr>
        <p:txBody>
          <a:bodyPr wrap="square">
            <a:spAutoFit/>
          </a:bodyPr>
          <a:lstStyle/>
          <a:p>
            <a:pPr algn="l">
              <a:buNone/>
            </a:pPr>
            <a:r>
              <a:rPr lang="en-US" sz="2000" b="1" i="0" dirty="0">
                <a:solidFill>
                  <a:srgbClr val="0F766E"/>
                </a:solidFill>
                <a:effectLst/>
                <a:latin typeface="ui-sans-serif"/>
              </a:rPr>
              <a:t>Year-end</a:t>
            </a:r>
          </a:p>
          <a:p>
            <a:pPr algn="l">
              <a:spcBef>
                <a:spcPts val="600"/>
              </a:spcBef>
              <a:buNone/>
            </a:pPr>
            <a:r>
              <a:rPr lang="en-US" sz="1400" b="0" i="0" dirty="0">
                <a:solidFill>
                  <a:srgbClr val="355163"/>
                </a:solidFill>
                <a:effectLst/>
                <a:latin typeface="ui-sans-serif"/>
              </a:rPr>
              <a:t>Counts taper down toward late-year weeks in both 2023 and 2024.</a:t>
            </a:r>
          </a:p>
        </p:txBody>
      </p:sp>
      <p:sp>
        <p:nvSpPr>
          <p:cNvPr id="14" name="TextBox 13">
            <a:extLst>
              <a:ext uri="{FF2B5EF4-FFF2-40B4-BE49-F238E27FC236}">
                <a16:creationId xmlns:a16="http://schemas.microsoft.com/office/drawing/2014/main" id="{A0B18CF5-4C0F-4562-D703-1D0FEFF42360}"/>
              </a:ext>
            </a:extLst>
          </p:cNvPr>
          <p:cNvSpPr txBox="1"/>
          <p:nvPr/>
        </p:nvSpPr>
        <p:spPr>
          <a:xfrm>
            <a:off x="7545636" y="4346165"/>
            <a:ext cx="2301843" cy="1338828"/>
          </a:xfrm>
          <a:prstGeom prst="rect">
            <a:avLst/>
          </a:prstGeom>
          <a:noFill/>
        </p:spPr>
        <p:txBody>
          <a:bodyPr wrap="square">
            <a:spAutoFit/>
          </a:bodyPr>
          <a:lstStyle/>
          <a:p>
            <a:pPr algn="l">
              <a:buNone/>
            </a:pPr>
            <a:r>
              <a:rPr lang="en-US" sz="2000" b="1" i="0" dirty="0">
                <a:solidFill>
                  <a:srgbClr val="0F766E"/>
                </a:solidFill>
                <a:effectLst/>
                <a:latin typeface="ui-sans-serif"/>
              </a:rPr>
              <a:t>2023</a:t>
            </a:r>
          </a:p>
          <a:p>
            <a:pPr algn="l">
              <a:spcBef>
                <a:spcPts val="600"/>
              </a:spcBef>
              <a:buNone/>
            </a:pPr>
            <a:r>
              <a:rPr lang="en-US" sz="1400" b="0" i="0" dirty="0">
                <a:solidFill>
                  <a:srgbClr val="355163"/>
                </a:solidFill>
                <a:effectLst/>
                <a:latin typeface="ui-sans-serif"/>
              </a:rPr>
              <a:t>Still informative, but should be treated as the noisier year until further filtering is done.</a:t>
            </a:r>
          </a:p>
        </p:txBody>
      </p:sp>
    </p:spTree>
    <p:extLst>
      <p:ext uri="{BB962C8B-B14F-4D97-AF65-F5344CB8AC3E}">
        <p14:creationId xmlns:p14="http://schemas.microsoft.com/office/powerpoint/2010/main" val="15958407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C4D83F-1492-2969-F898-89D9456E414A}"/>
            </a:ext>
          </a:extLst>
        </p:cNvPr>
        <p:cNvGrpSpPr/>
        <p:nvPr/>
      </p:nvGrpSpPr>
      <p:grpSpPr>
        <a:xfrm>
          <a:off x="0" y="0"/>
          <a:ext cx="0" cy="0"/>
          <a:chOff x="0" y="0"/>
          <a:chExt cx="0" cy="0"/>
        </a:xfrm>
      </p:grpSpPr>
      <p:sp>
        <p:nvSpPr>
          <p:cNvPr id="11" name="Text 7">
            <a:extLst>
              <a:ext uri="{FF2B5EF4-FFF2-40B4-BE49-F238E27FC236}">
                <a16:creationId xmlns:a16="http://schemas.microsoft.com/office/drawing/2014/main" id="{67C5FCDF-8339-305A-F54E-83EA99DB128E}"/>
              </a:ext>
            </a:extLst>
          </p:cNvPr>
          <p:cNvSpPr/>
          <p:nvPr/>
        </p:nvSpPr>
        <p:spPr>
          <a:xfrm>
            <a:off x="834280" y="392448"/>
            <a:ext cx="2678465" cy="259402"/>
          </a:xfrm>
          <a:prstGeom prst="rect">
            <a:avLst/>
          </a:prstGeom>
          <a:noFill/>
          <a:ln/>
        </p:spPr>
        <p:txBody>
          <a:bodyPr wrap="square" lIns="0" tIns="0" rIns="0" bIns="0" rtlCol="0" anchor="t"/>
          <a:lstStyle/>
          <a:p>
            <a:r>
              <a:rPr lang="en-CA" cap="all" dirty="0"/>
              <a:t>EVALUATION</a:t>
            </a:r>
          </a:p>
          <a:p>
            <a:br>
              <a:rPr lang="en-CA" sz="2000" dirty="0"/>
            </a:br>
            <a:endParaRPr lang="en-US" sz="2000" dirty="0"/>
          </a:p>
        </p:txBody>
      </p:sp>
      <p:sp>
        <p:nvSpPr>
          <p:cNvPr id="12" name="Text 8">
            <a:extLst>
              <a:ext uri="{FF2B5EF4-FFF2-40B4-BE49-F238E27FC236}">
                <a16:creationId xmlns:a16="http://schemas.microsoft.com/office/drawing/2014/main" id="{3A76520A-9964-E8AA-C61F-9C6B76BFE39A}"/>
              </a:ext>
            </a:extLst>
          </p:cNvPr>
          <p:cNvSpPr/>
          <p:nvPr/>
        </p:nvSpPr>
        <p:spPr>
          <a:xfrm>
            <a:off x="834279" y="766602"/>
            <a:ext cx="10455057" cy="618570"/>
          </a:xfrm>
          <a:prstGeom prst="rect">
            <a:avLst/>
          </a:prstGeom>
          <a:noFill/>
          <a:ln/>
        </p:spPr>
        <p:txBody>
          <a:bodyPr wrap="square" lIns="0" tIns="0" rIns="0" bIns="0" rtlCol="0" anchor="t"/>
          <a:lstStyle/>
          <a:p>
            <a:r>
              <a:rPr lang="en-US" sz="3200" b="1" dirty="0"/>
              <a:t>Forecast behavior and </a:t>
            </a:r>
            <a:r>
              <a:rPr lang="en-US" sz="3200" b="1" dirty="0" err="1"/>
              <a:t>backtest</a:t>
            </a:r>
            <a:r>
              <a:rPr lang="en-US" sz="3200" b="1" dirty="0"/>
              <a:t> accuracy</a:t>
            </a:r>
          </a:p>
        </p:txBody>
      </p:sp>
      <p:sp>
        <p:nvSpPr>
          <p:cNvPr id="13" name="Text 9">
            <a:extLst>
              <a:ext uri="{FF2B5EF4-FFF2-40B4-BE49-F238E27FC236}">
                <a16:creationId xmlns:a16="http://schemas.microsoft.com/office/drawing/2014/main" id="{213CF6CE-B7E4-A0FD-E139-22913F43D5AE}"/>
              </a:ext>
            </a:extLst>
          </p:cNvPr>
          <p:cNvSpPr/>
          <p:nvPr/>
        </p:nvSpPr>
        <p:spPr>
          <a:xfrm>
            <a:off x="834279" y="2362199"/>
            <a:ext cx="4156621" cy="1376881"/>
          </a:xfrm>
          <a:prstGeom prst="rect">
            <a:avLst/>
          </a:prstGeom>
          <a:noFill/>
          <a:ln/>
        </p:spPr>
        <p:txBody>
          <a:bodyPr wrap="square" lIns="0" tIns="0" rIns="0" bIns="0" rtlCol="0" anchor="t"/>
          <a:lstStyle/>
          <a:p>
            <a:pPr marL="171450" indent="-171450">
              <a:buFont typeface="Arial" panose="020B0604020202020204" pitchFamily="34" charset="0"/>
              <a:buChar char="•"/>
            </a:pPr>
            <a:r>
              <a:rPr lang="en-US" sz="1200" dirty="0">
                <a:latin typeface="Aptos" panose="020B0004020202020204" pitchFamily="34" charset="0"/>
              </a:rPr>
              <a:t>Naive, moving average, and Prophet-like baselines stay relatively flat and produce similar straight-line forecasts.</a:t>
            </a:r>
          </a:p>
          <a:p>
            <a:pPr marL="171450" indent="-171450">
              <a:buFont typeface="Arial" panose="020B0604020202020204" pitchFamily="34" charset="0"/>
              <a:buChar char="•"/>
            </a:pPr>
            <a:r>
              <a:rPr lang="en-US" sz="1200" dirty="0">
                <a:latin typeface="Aptos" panose="020B0004020202020204" pitchFamily="34" charset="0"/>
              </a:rPr>
              <a:t>Exponential smoothing forecasts at a higher level than those baselines.</a:t>
            </a:r>
          </a:p>
          <a:p>
            <a:pPr marL="171450" indent="-171450">
              <a:buFont typeface="Arial" panose="020B0604020202020204" pitchFamily="34" charset="0"/>
              <a:buChar char="•"/>
            </a:pPr>
            <a:r>
              <a:rPr lang="en-US" sz="1200" dirty="0">
                <a:latin typeface="Aptos" panose="020B0004020202020204" pitchFamily="34" charset="0"/>
              </a:rPr>
              <a:t>Holt introduces an upward trend, which appears too aggressive for this dataset.</a:t>
            </a:r>
          </a:p>
        </p:txBody>
      </p:sp>
      <p:sp>
        <p:nvSpPr>
          <p:cNvPr id="3" name="TextBox 2">
            <a:extLst>
              <a:ext uri="{FF2B5EF4-FFF2-40B4-BE49-F238E27FC236}">
                <a16:creationId xmlns:a16="http://schemas.microsoft.com/office/drawing/2014/main" id="{D1E66417-47A2-14A2-0B6D-9B9D1CE63D4E}"/>
              </a:ext>
            </a:extLst>
          </p:cNvPr>
          <p:cNvSpPr txBox="1"/>
          <p:nvPr/>
        </p:nvSpPr>
        <p:spPr>
          <a:xfrm>
            <a:off x="834279" y="1893867"/>
            <a:ext cx="1942145" cy="369332"/>
          </a:xfrm>
          <a:prstGeom prst="rect">
            <a:avLst/>
          </a:prstGeom>
          <a:noFill/>
        </p:spPr>
        <p:txBody>
          <a:bodyPr wrap="square">
            <a:spAutoFit/>
          </a:bodyPr>
          <a:lstStyle/>
          <a:p>
            <a:pPr algn="l">
              <a:spcAft>
                <a:spcPts val="900"/>
              </a:spcAft>
              <a:buNone/>
            </a:pPr>
            <a:r>
              <a:rPr lang="en-CA" b="1" i="0" dirty="0">
                <a:solidFill>
                  <a:srgbClr val="0F766E"/>
                </a:solidFill>
                <a:effectLst/>
                <a:latin typeface="ui-sans-serif"/>
              </a:rPr>
              <a:t>Model behavior</a:t>
            </a:r>
          </a:p>
        </p:txBody>
      </p:sp>
      <p:sp>
        <p:nvSpPr>
          <p:cNvPr id="4" name="TextBox 3">
            <a:extLst>
              <a:ext uri="{FF2B5EF4-FFF2-40B4-BE49-F238E27FC236}">
                <a16:creationId xmlns:a16="http://schemas.microsoft.com/office/drawing/2014/main" id="{37116B44-0DE9-3B80-282A-2CAB2E4DC688}"/>
              </a:ext>
            </a:extLst>
          </p:cNvPr>
          <p:cNvSpPr txBox="1"/>
          <p:nvPr/>
        </p:nvSpPr>
        <p:spPr>
          <a:xfrm>
            <a:off x="5690858" y="1893867"/>
            <a:ext cx="2203764" cy="369332"/>
          </a:xfrm>
          <a:prstGeom prst="rect">
            <a:avLst/>
          </a:prstGeom>
          <a:noFill/>
        </p:spPr>
        <p:txBody>
          <a:bodyPr wrap="square">
            <a:spAutoFit/>
          </a:bodyPr>
          <a:lstStyle/>
          <a:p>
            <a:pPr algn="l">
              <a:spcAft>
                <a:spcPts val="900"/>
              </a:spcAft>
              <a:buNone/>
            </a:pPr>
            <a:r>
              <a:rPr lang="en-CA" b="1" i="0" dirty="0" err="1">
                <a:solidFill>
                  <a:srgbClr val="0F766E"/>
                </a:solidFill>
                <a:effectLst/>
                <a:latin typeface="ui-sans-serif"/>
              </a:rPr>
              <a:t>Backtest</a:t>
            </a:r>
            <a:r>
              <a:rPr lang="en-CA" b="1" i="0" dirty="0">
                <a:solidFill>
                  <a:srgbClr val="0F766E"/>
                </a:solidFill>
                <a:effectLst/>
                <a:latin typeface="ui-sans-serif"/>
              </a:rPr>
              <a:t> snapshot</a:t>
            </a:r>
          </a:p>
        </p:txBody>
      </p:sp>
      <p:graphicFrame>
        <p:nvGraphicFramePr>
          <p:cNvPr id="2" name="Table 1">
            <a:extLst>
              <a:ext uri="{FF2B5EF4-FFF2-40B4-BE49-F238E27FC236}">
                <a16:creationId xmlns:a16="http://schemas.microsoft.com/office/drawing/2014/main" id="{555F7480-588E-C36D-399C-5E8CB1F579C5}"/>
              </a:ext>
            </a:extLst>
          </p:cNvPr>
          <p:cNvGraphicFramePr>
            <a:graphicFrameLocks noGrp="1"/>
          </p:cNvGraphicFramePr>
          <p:nvPr>
            <p:extLst>
              <p:ext uri="{D42A27DB-BD31-4B8C-83A1-F6EECF244321}">
                <p14:modId xmlns:p14="http://schemas.microsoft.com/office/powerpoint/2010/main" val="2042427984"/>
              </p:ext>
            </p:extLst>
          </p:nvPr>
        </p:nvGraphicFramePr>
        <p:xfrm>
          <a:off x="5763786" y="2362199"/>
          <a:ext cx="5421916" cy="1817732"/>
        </p:xfrm>
        <a:graphic>
          <a:graphicData uri="http://schemas.openxmlformats.org/drawingml/2006/table">
            <a:tbl>
              <a:tblPr>
                <a:tableStyleId>{2D5ABB26-0587-4C30-8999-92F81FD0307C}</a:tableStyleId>
              </a:tblPr>
              <a:tblGrid>
                <a:gridCol w="1355479">
                  <a:extLst>
                    <a:ext uri="{9D8B030D-6E8A-4147-A177-3AD203B41FA5}">
                      <a16:colId xmlns:a16="http://schemas.microsoft.com/office/drawing/2014/main" val="962916514"/>
                    </a:ext>
                  </a:extLst>
                </a:gridCol>
                <a:gridCol w="1355479">
                  <a:extLst>
                    <a:ext uri="{9D8B030D-6E8A-4147-A177-3AD203B41FA5}">
                      <a16:colId xmlns:a16="http://schemas.microsoft.com/office/drawing/2014/main" val="3932105810"/>
                    </a:ext>
                  </a:extLst>
                </a:gridCol>
                <a:gridCol w="560614">
                  <a:extLst>
                    <a:ext uri="{9D8B030D-6E8A-4147-A177-3AD203B41FA5}">
                      <a16:colId xmlns:a16="http://schemas.microsoft.com/office/drawing/2014/main" val="1739504729"/>
                    </a:ext>
                  </a:extLst>
                </a:gridCol>
                <a:gridCol w="2150344">
                  <a:extLst>
                    <a:ext uri="{9D8B030D-6E8A-4147-A177-3AD203B41FA5}">
                      <a16:colId xmlns:a16="http://schemas.microsoft.com/office/drawing/2014/main" val="1699442636"/>
                    </a:ext>
                  </a:extLst>
                </a:gridCol>
              </a:tblGrid>
              <a:tr h="121216">
                <a:tc>
                  <a:txBody>
                    <a:bodyPr/>
                    <a:lstStyle/>
                    <a:p>
                      <a:pPr>
                        <a:buNone/>
                      </a:pPr>
                      <a:r>
                        <a:rPr lang="en-CA" sz="1100" b="1">
                          <a:effectLst/>
                          <a:latin typeface="Aptos" panose="020B0004020202020204" pitchFamily="34" charset="0"/>
                        </a:rPr>
                        <a:t>Model</a:t>
                      </a:r>
                    </a:p>
                  </a:txBody>
                  <a:tcPr marL="41867" marR="41867" marT="20934" marB="34889" anchor="ctr"/>
                </a:tc>
                <a:tc>
                  <a:txBody>
                    <a:bodyPr/>
                    <a:lstStyle/>
                    <a:p>
                      <a:pPr>
                        <a:buNone/>
                      </a:pPr>
                      <a:r>
                        <a:rPr lang="en-CA" sz="1100" b="1">
                          <a:effectLst/>
                          <a:latin typeface="Aptos" panose="020B0004020202020204" pitchFamily="34" charset="0"/>
                        </a:rPr>
                        <a:t>MAE</a:t>
                      </a:r>
                    </a:p>
                  </a:txBody>
                  <a:tcPr marL="41867" marR="41867" marT="20934" marB="34889" anchor="ctr"/>
                </a:tc>
                <a:tc>
                  <a:txBody>
                    <a:bodyPr/>
                    <a:lstStyle/>
                    <a:p>
                      <a:pPr>
                        <a:buNone/>
                      </a:pPr>
                      <a:r>
                        <a:rPr lang="en-CA" sz="1100" b="1" dirty="0">
                          <a:effectLst/>
                          <a:latin typeface="Aptos" panose="020B0004020202020204" pitchFamily="34" charset="0"/>
                        </a:rPr>
                        <a:t>RMSE</a:t>
                      </a:r>
                    </a:p>
                  </a:txBody>
                  <a:tcPr marL="41867" marR="41867" marT="20934" marB="34889" anchor="ctr"/>
                </a:tc>
                <a:tc>
                  <a:txBody>
                    <a:bodyPr/>
                    <a:lstStyle/>
                    <a:p>
                      <a:pPr>
                        <a:buNone/>
                      </a:pPr>
                      <a:r>
                        <a:rPr lang="en-CA" sz="1100" b="1" dirty="0">
                          <a:effectLst/>
                          <a:latin typeface="Aptos" panose="020B0004020202020204" pitchFamily="34" charset="0"/>
                        </a:rPr>
                        <a:t>Interpretation</a:t>
                      </a:r>
                    </a:p>
                  </a:txBody>
                  <a:tcPr marL="41867" marR="41867" marT="20934" marB="34889" anchor="ctr"/>
                </a:tc>
                <a:extLst>
                  <a:ext uri="{0D108BD9-81ED-4DB2-BD59-A6C34878D82A}">
                    <a16:rowId xmlns:a16="http://schemas.microsoft.com/office/drawing/2014/main" val="3972561920"/>
                  </a:ext>
                </a:extLst>
              </a:tr>
              <a:tr h="363648">
                <a:tc>
                  <a:txBody>
                    <a:bodyPr/>
                    <a:lstStyle/>
                    <a:p>
                      <a:pPr>
                        <a:buNone/>
                      </a:pPr>
                      <a:r>
                        <a:rPr lang="en-CA" sz="1100" b="1">
                          <a:effectLst/>
                          <a:latin typeface="Aptos" panose="020B0004020202020204" pitchFamily="34" charset="0"/>
                        </a:rPr>
                        <a:t>Exponential smoothing</a:t>
                      </a:r>
                    </a:p>
                  </a:txBody>
                  <a:tcPr marL="41867" marR="41867" marT="20934" marB="20934" anchor="ctr"/>
                </a:tc>
                <a:tc>
                  <a:txBody>
                    <a:bodyPr/>
                    <a:lstStyle/>
                    <a:p>
                      <a:pPr>
                        <a:buNone/>
                      </a:pPr>
                      <a:r>
                        <a:rPr lang="en-CA" sz="1100">
                          <a:effectLst/>
                          <a:latin typeface="Aptos" panose="020B0004020202020204" pitchFamily="34" charset="0"/>
                        </a:rPr>
                        <a:t>31</a:t>
                      </a:r>
                    </a:p>
                  </a:txBody>
                  <a:tcPr marL="41867" marR="41867" marT="20934" marB="20934" anchor="ctr"/>
                </a:tc>
                <a:tc>
                  <a:txBody>
                    <a:bodyPr/>
                    <a:lstStyle/>
                    <a:p>
                      <a:pPr>
                        <a:buNone/>
                      </a:pPr>
                      <a:r>
                        <a:rPr lang="en-CA" sz="1100">
                          <a:effectLst/>
                          <a:latin typeface="Aptos" panose="020B0004020202020204" pitchFamily="34" charset="0"/>
                        </a:rPr>
                        <a:t>37</a:t>
                      </a:r>
                    </a:p>
                  </a:txBody>
                  <a:tcPr marL="41867" marR="41867" marT="20934" marB="20934" anchor="ctr"/>
                </a:tc>
                <a:tc>
                  <a:txBody>
                    <a:bodyPr/>
                    <a:lstStyle/>
                    <a:p>
                      <a:pPr>
                        <a:buNone/>
                      </a:pPr>
                      <a:r>
                        <a:rPr lang="nn-NO" sz="1100">
                          <a:effectLst/>
                          <a:latin typeface="Aptos" panose="020B0004020202020204" pitchFamily="34" charset="0"/>
                        </a:rPr>
                        <a:t>Best performer; strong baseline for operations.</a:t>
                      </a:r>
                    </a:p>
                  </a:txBody>
                  <a:tcPr marL="41867" marR="41867" marT="20934" marB="20934" anchor="ctr"/>
                </a:tc>
                <a:extLst>
                  <a:ext uri="{0D108BD9-81ED-4DB2-BD59-A6C34878D82A}">
                    <a16:rowId xmlns:a16="http://schemas.microsoft.com/office/drawing/2014/main" val="1462061425"/>
                  </a:ext>
                </a:extLst>
              </a:tr>
              <a:tr h="462825">
                <a:tc>
                  <a:txBody>
                    <a:bodyPr/>
                    <a:lstStyle/>
                    <a:p>
                      <a:pPr>
                        <a:buNone/>
                      </a:pPr>
                      <a:r>
                        <a:rPr lang="en-CA" sz="1100" b="1">
                          <a:effectLst/>
                          <a:latin typeface="Aptos" panose="020B0004020202020204" pitchFamily="34" charset="0"/>
                        </a:rPr>
                        <a:t>SARIMA</a:t>
                      </a:r>
                    </a:p>
                  </a:txBody>
                  <a:tcPr marL="41867" marR="41867" marT="20934" marB="20934" anchor="ctr"/>
                </a:tc>
                <a:tc>
                  <a:txBody>
                    <a:bodyPr/>
                    <a:lstStyle/>
                    <a:p>
                      <a:pPr>
                        <a:buNone/>
                      </a:pPr>
                      <a:r>
                        <a:rPr lang="en-CA" sz="1100">
                          <a:effectLst/>
                          <a:latin typeface="Aptos" panose="020B0004020202020204" pitchFamily="34" charset="0"/>
                        </a:rPr>
                        <a:t>32</a:t>
                      </a:r>
                    </a:p>
                  </a:txBody>
                  <a:tcPr marL="41867" marR="41867" marT="20934" marB="20934" anchor="ctr"/>
                </a:tc>
                <a:tc>
                  <a:txBody>
                    <a:bodyPr/>
                    <a:lstStyle/>
                    <a:p>
                      <a:pPr>
                        <a:buNone/>
                      </a:pPr>
                      <a:r>
                        <a:rPr lang="en-CA" sz="1100">
                          <a:effectLst/>
                          <a:latin typeface="Aptos" panose="020B0004020202020204" pitchFamily="34" charset="0"/>
                        </a:rPr>
                        <a:t>41</a:t>
                      </a:r>
                    </a:p>
                  </a:txBody>
                  <a:tcPr marL="41867" marR="41867" marT="20934" marB="20934" anchor="ctr"/>
                </a:tc>
                <a:tc>
                  <a:txBody>
                    <a:bodyPr/>
                    <a:lstStyle/>
                    <a:p>
                      <a:pPr>
                        <a:buNone/>
                      </a:pPr>
                      <a:r>
                        <a:rPr lang="en-US" sz="1100">
                          <a:effectLst/>
                          <a:latin typeface="Aptos" panose="020B0004020202020204" pitchFamily="34" charset="0"/>
                        </a:rPr>
                        <a:t>Very competitive; good alternative when cleaned history supports it.</a:t>
                      </a:r>
                    </a:p>
                  </a:txBody>
                  <a:tcPr marL="41867" marR="41867" marT="20934" marB="20934" anchor="ctr"/>
                </a:tc>
                <a:extLst>
                  <a:ext uri="{0D108BD9-81ED-4DB2-BD59-A6C34878D82A}">
                    <a16:rowId xmlns:a16="http://schemas.microsoft.com/office/drawing/2014/main" val="1892153442"/>
                  </a:ext>
                </a:extLst>
              </a:tr>
              <a:tr h="264472">
                <a:tc>
                  <a:txBody>
                    <a:bodyPr/>
                    <a:lstStyle/>
                    <a:p>
                      <a:pPr>
                        <a:buNone/>
                      </a:pPr>
                      <a:r>
                        <a:rPr lang="en-CA" sz="1100" b="1">
                          <a:effectLst/>
                          <a:latin typeface="Aptos" panose="020B0004020202020204" pitchFamily="34" charset="0"/>
                        </a:rPr>
                        <a:t>Most baselines</a:t>
                      </a:r>
                    </a:p>
                  </a:txBody>
                  <a:tcPr marL="41867" marR="41867" marT="20934" marB="20934" anchor="ctr"/>
                </a:tc>
                <a:tc>
                  <a:txBody>
                    <a:bodyPr/>
                    <a:lstStyle/>
                    <a:p>
                      <a:pPr>
                        <a:buNone/>
                      </a:pPr>
                      <a:r>
                        <a:rPr lang="en-CA" sz="1100">
                          <a:effectLst/>
                          <a:latin typeface="Aptos" panose="020B0004020202020204" pitchFamily="34" charset="0"/>
                        </a:rPr>
                        <a:t>~123</a:t>
                      </a:r>
                    </a:p>
                  </a:txBody>
                  <a:tcPr marL="41867" marR="41867" marT="20934" marB="20934" anchor="ctr"/>
                </a:tc>
                <a:tc>
                  <a:txBody>
                    <a:bodyPr/>
                    <a:lstStyle/>
                    <a:p>
                      <a:pPr>
                        <a:buNone/>
                      </a:pPr>
                      <a:r>
                        <a:rPr lang="en-CA" sz="1100">
                          <a:effectLst/>
                          <a:latin typeface="Aptos" panose="020B0004020202020204" pitchFamily="34" charset="0"/>
                        </a:rPr>
                        <a:t>~128</a:t>
                      </a:r>
                    </a:p>
                  </a:txBody>
                  <a:tcPr marL="41867" marR="41867" marT="20934" marB="20934" anchor="ctr"/>
                </a:tc>
                <a:tc>
                  <a:txBody>
                    <a:bodyPr/>
                    <a:lstStyle/>
                    <a:p>
                      <a:pPr>
                        <a:buNone/>
                      </a:pPr>
                      <a:r>
                        <a:rPr lang="en-US" sz="1100">
                          <a:effectLst/>
                          <a:latin typeface="Aptos" panose="020B0004020202020204" pitchFamily="34" charset="0"/>
                        </a:rPr>
                        <a:t>Too weak for primary planning use.</a:t>
                      </a:r>
                    </a:p>
                  </a:txBody>
                  <a:tcPr marL="41867" marR="41867" marT="20934" marB="20934" anchor="ctr"/>
                </a:tc>
                <a:extLst>
                  <a:ext uri="{0D108BD9-81ED-4DB2-BD59-A6C34878D82A}">
                    <a16:rowId xmlns:a16="http://schemas.microsoft.com/office/drawing/2014/main" val="729500487"/>
                  </a:ext>
                </a:extLst>
              </a:tr>
              <a:tr h="264472">
                <a:tc>
                  <a:txBody>
                    <a:bodyPr/>
                    <a:lstStyle/>
                    <a:p>
                      <a:pPr>
                        <a:buNone/>
                      </a:pPr>
                      <a:r>
                        <a:rPr lang="en-CA" sz="1100" b="1">
                          <a:effectLst/>
                          <a:latin typeface="Aptos" panose="020B0004020202020204" pitchFamily="34" charset="0"/>
                        </a:rPr>
                        <a:t>Holt</a:t>
                      </a:r>
                    </a:p>
                  </a:txBody>
                  <a:tcPr marL="41867" marR="41867" marT="20934" marB="20934" anchor="ctr"/>
                </a:tc>
                <a:tc>
                  <a:txBody>
                    <a:bodyPr/>
                    <a:lstStyle/>
                    <a:p>
                      <a:pPr>
                        <a:buNone/>
                      </a:pPr>
                      <a:r>
                        <a:rPr lang="en-CA" sz="1100">
                          <a:effectLst/>
                          <a:latin typeface="Aptos" panose="020B0004020202020204" pitchFamily="34" charset="0"/>
                        </a:rPr>
                        <a:t>221</a:t>
                      </a:r>
                    </a:p>
                  </a:txBody>
                  <a:tcPr marL="41867" marR="41867" marT="20934" marB="20934" anchor="ctr"/>
                </a:tc>
                <a:tc>
                  <a:txBody>
                    <a:bodyPr/>
                    <a:lstStyle/>
                    <a:p>
                      <a:pPr>
                        <a:buNone/>
                      </a:pPr>
                      <a:r>
                        <a:rPr lang="en-CA" sz="1100">
                          <a:effectLst/>
                          <a:latin typeface="Aptos" panose="020B0004020202020204" pitchFamily="34" charset="0"/>
                        </a:rPr>
                        <a:t>258</a:t>
                      </a:r>
                    </a:p>
                  </a:txBody>
                  <a:tcPr marL="41867" marR="41867" marT="20934" marB="20934" anchor="ctr"/>
                </a:tc>
                <a:tc>
                  <a:txBody>
                    <a:bodyPr/>
                    <a:lstStyle/>
                    <a:p>
                      <a:pPr>
                        <a:buNone/>
                      </a:pPr>
                      <a:r>
                        <a:rPr lang="en-US" sz="1100" dirty="0">
                          <a:effectLst/>
                          <a:latin typeface="Aptos" panose="020B0004020202020204" pitchFamily="34" charset="0"/>
                        </a:rPr>
                        <a:t>Trend overshoots; not suitable here.</a:t>
                      </a:r>
                    </a:p>
                  </a:txBody>
                  <a:tcPr marL="41867" marR="41867" marT="20934" marB="20934" anchor="ctr"/>
                </a:tc>
                <a:extLst>
                  <a:ext uri="{0D108BD9-81ED-4DB2-BD59-A6C34878D82A}">
                    <a16:rowId xmlns:a16="http://schemas.microsoft.com/office/drawing/2014/main" val="20697827"/>
                  </a:ext>
                </a:extLst>
              </a:tr>
            </a:tbl>
          </a:graphicData>
        </a:graphic>
      </p:graphicFrame>
      <p:sp>
        <p:nvSpPr>
          <p:cNvPr id="9" name="TextBox 8">
            <a:extLst>
              <a:ext uri="{FF2B5EF4-FFF2-40B4-BE49-F238E27FC236}">
                <a16:creationId xmlns:a16="http://schemas.microsoft.com/office/drawing/2014/main" id="{C3E8EB85-F41D-6BCC-7DD9-0242107E3801}"/>
              </a:ext>
            </a:extLst>
          </p:cNvPr>
          <p:cNvSpPr txBox="1"/>
          <p:nvPr/>
        </p:nvSpPr>
        <p:spPr>
          <a:xfrm>
            <a:off x="834973" y="4895348"/>
            <a:ext cx="10522054" cy="523220"/>
          </a:xfrm>
          <a:prstGeom prst="rect">
            <a:avLst/>
          </a:prstGeom>
          <a:noFill/>
        </p:spPr>
        <p:txBody>
          <a:bodyPr wrap="square">
            <a:spAutoFit/>
          </a:bodyPr>
          <a:lstStyle/>
          <a:p>
            <a:r>
              <a:rPr lang="en-US" sz="1400" b="1" i="0" dirty="0">
                <a:solidFill>
                  <a:srgbClr val="355163"/>
                </a:solidFill>
                <a:effectLst/>
                <a:latin typeface="ui-sans-serif"/>
              </a:rPr>
              <a:t>Main evaluation result:</a:t>
            </a:r>
            <a:r>
              <a:rPr lang="en-US" sz="1400" b="0" i="0" dirty="0">
                <a:solidFill>
                  <a:srgbClr val="355163"/>
                </a:solidFill>
                <a:effectLst/>
                <a:latin typeface="ui-sans-serif"/>
              </a:rPr>
              <a:t> the app is not just displaying forecasts; it quantitatively shows which models are trustworthy enough for planning. Exponential smoothing and SARIMA are the strongest candidates, while simpler flat baselines and Holt serve mainly as comparison points.</a:t>
            </a:r>
            <a:endParaRPr lang="en-CA" sz="1400" dirty="0"/>
          </a:p>
        </p:txBody>
      </p:sp>
    </p:spTree>
    <p:extLst>
      <p:ext uri="{BB962C8B-B14F-4D97-AF65-F5344CB8AC3E}">
        <p14:creationId xmlns:p14="http://schemas.microsoft.com/office/powerpoint/2010/main" val="5466820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00A6D-DCF1-BEBE-BC91-3678DFAEDFD0}"/>
            </a:ext>
          </a:extLst>
        </p:cNvPr>
        <p:cNvGrpSpPr/>
        <p:nvPr/>
      </p:nvGrpSpPr>
      <p:grpSpPr>
        <a:xfrm>
          <a:off x="0" y="0"/>
          <a:ext cx="0" cy="0"/>
          <a:chOff x="0" y="0"/>
          <a:chExt cx="0" cy="0"/>
        </a:xfrm>
      </p:grpSpPr>
      <p:sp>
        <p:nvSpPr>
          <p:cNvPr id="11" name="Text 7">
            <a:extLst>
              <a:ext uri="{FF2B5EF4-FFF2-40B4-BE49-F238E27FC236}">
                <a16:creationId xmlns:a16="http://schemas.microsoft.com/office/drawing/2014/main" id="{C983192B-71CF-98C7-FB94-2F5BEA62B1C0}"/>
              </a:ext>
            </a:extLst>
          </p:cNvPr>
          <p:cNvSpPr/>
          <p:nvPr/>
        </p:nvSpPr>
        <p:spPr>
          <a:xfrm>
            <a:off x="834280" y="392448"/>
            <a:ext cx="2678465" cy="259402"/>
          </a:xfrm>
          <a:prstGeom prst="rect">
            <a:avLst/>
          </a:prstGeom>
          <a:noFill/>
          <a:ln/>
        </p:spPr>
        <p:txBody>
          <a:bodyPr wrap="square" lIns="0" tIns="0" rIns="0" bIns="0" rtlCol="0" anchor="t"/>
          <a:lstStyle/>
          <a:p>
            <a:r>
              <a:rPr lang="en-CA" cap="all" dirty="0"/>
              <a:t>AI Layer</a:t>
            </a:r>
          </a:p>
          <a:p>
            <a:br>
              <a:rPr lang="en-CA" sz="2000" dirty="0"/>
            </a:br>
            <a:endParaRPr lang="en-US" sz="2000" dirty="0"/>
          </a:p>
        </p:txBody>
      </p:sp>
      <p:sp>
        <p:nvSpPr>
          <p:cNvPr id="12" name="Text 8">
            <a:extLst>
              <a:ext uri="{FF2B5EF4-FFF2-40B4-BE49-F238E27FC236}">
                <a16:creationId xmlns:a16="http://schemas.microsoft.com/office/drawing/2014/main" id="{4FAA39F1-7DA0-A3A4-53DF-43E423D96979}"/>
              </a:ext>
            </a:extLst>
          </p:cNvPr>
          <p:cNvSpPr/>
          <p:nvPr/>
        </p:nvSpPr>
        <p:spPr>
          <a:xfrm>
            <a:off x="834279" y="766602"/>
            <a:ext cx="10455057" cy="618570"/>
          </a:xfrm>
          <a:prstGeom prst="rect">
            <a:avLst/>
          </a:prstGeom>
          <a:noFill/>
          <a:ln/>
        </p:spPr>
        <p:txBody>
          <a:bodyPr wrap="square" lIns="0" tIns="0" rIns="0" bIns="0" rtlCol="0" anchor="t"/>
          <a:lstStyle/>
          <a:p>
            <a:r>
              <a:rPr lang="en-US" sz="3200" b="1" dirty="0"/>
              <a:t>How the AI recommendation is generated</a:t>
            </a:r>
          </a:p>
        </p:txBody>
      </p:sp>
      <p:sp>
        <p:nvSpPr>
          <p:cNvPr id="13" name="Text 9">
            <a:extLst>
              <a:ext uri="{FF2B5EF4-FFF2-40B4-BE49-F238E27FC236}">
                <a16:creationId xmlns:a16="http://schemas.microsoft.com/office/drawing/2014/main" id="{8B6D7DB8-DBA7-9F61-07DA-1507EC2D01EC}"/>
              </a:ext>
            </a:extLst>
          </p:cNvPr>
          <p:cNvSpPr/>
          <p:nvPr/>
        </p:nvSpPr>
        <p:spPr>
          <a:xfrm>
            <a:off x="834279" y="2362199"/>
            <a:ext cx="4156621" cy="1376881"/>
          </a:xfrm>
          <a:prstGeom prst="rect">
            <a:avLst/>
          </a:prstGeom>
          <a:noFill/>
          <a:ln/>
        </p:spPr>
        <p:txBody>
          <a:bodyPr wrap="square" lIns="0" tIns="0" rIns="0" bIns="0" rtlCol="0" anchor="t"/>
          <a:lstStyle/>
          <a:p>
            <a:r>
              <a:rPr lang="en-US" sz="1000" i="1" dirty="0">
                <a:solidFill>
                  <a:srgbClr val="355163"/>
                </a:solidFill>
                <a:latin typeface="ui-monospace"/>
              </a:rPr>
              <a:t>You are an EMS operations advisor for a Canadian ambulance service.</a:t>
            </a:r>
            <a:br>
              <a:rPr lang="en-US" sz="1000" i="1" dirty="0">
                <a:solidFill>
                  <a:srgbClr val="355163"/>
                </a:solidFill>
                <a:latin typeface="ui-monospace"/>
              </a:rPr>
            </a:br>
            <a:br>
              <a:rPr lang="en-US" sz="1000" i="1" dirty="0">
                <a:solidFill>
                  <a:srgbClr val="355163"/>
                </a:solidFill>
                <a:latin typeface="ui-monospace"/>
              </a:rPr>
            </a:br>
            <a:r>
              <a:rPr lang="en-US" sz="1000" i="1" dirty="0">
                <a:solidFill>
                  <a:srgbClr val="355163"/>
                </a:solidFill>
                <a:latin typeface="ui-monospace"/>
              </a:rPr>
              <a:t>Inputs:</a:t>
            </a:r>
            <a:br>
              <a:rPr lang="en-US" sz="1000" i="1" dirty="0">
                <a:solidFill>
                  <a:srgbClr val="355163"/>
                </a:solidFill>
                <a:latin typeface="ui-monospace"/>
              </a:rPr>
            </a:br>
            <a:r>
              <a:rPr lang="en-US" sz="1000" i="1" dirty="0">
                <a:solidFill>
                  <a:srgbClr val="355163"/>
                </a:solidFill>
                <a:latin typeface="ui-monospace"/>
              </a:rPr>
              <a:t>- recent history summary</a:t>
            </a:r>
            <a:br>
              <a:rPr lang="en-US" sz="1000" i="1" dirty="0">
                <a:solidFill>
                  <a:srgbClr val="355163"/>
                </a:solidFill>
                <a:latin typeface="ui-monospace"/>
              </a:rPr>
            </a:br>
            <a:r>
              <a:rPr lang="en-US" sz="1000" i="1" dirty="0">
                <a:solidFill>
                  <a:srgbClr val="355163"/>
                </a:solidFill>
                <a:latin typeface="ui-monospace"/>
              </a:rPr>
              <a:t>- selected forecasting model</a:t>
            </a:r>
            <a:br>
              <a:rPr lang="en-US" sz="1000" i="1" dirty="0">
                <a:solidFill>
                  <a:srgbClr val="355163"/>
                </a:solidFill>
                <a:latin typeface="ui-monospace"/>
              </a:rPr>
            </a:br>
            <a:r>
              <a:rPr lang="en-US" sz="1000" i="1" dirty="0">
                <a:solidFill>
                  <a:srgbClr val="355163"/>
                </a:solidFill>
                <a:latin typeface="ui-monospace"/>
              </a:rPr>
              <a:t>- forecast horizon</a:t>
            </a:r>
            <a:br>
              <a:rPr lang="en-US" sz="1000" i="1" dirty="0">
                <a:solidFill>
                  <a:srgbClr val="355163"/>
                </a:solidFill>
                <a:latin typeface="ui-monospace"/>
              </a:rPr>
            </a:br>
            <a:r>
              <a:rPr lang="en-US" sz="1000" i="1" dirty="0">
                <a:solidFill>
                  <a:srgbClr val="355163"/>
                </a:solidFill>
                <a:latin typeface="ui-monospace"/>
              </a:rPr>
              <a:t>- </a:t>
            </a:r>
            <a:r>
              <a:rPr lang="en-US" sz="1000" i="1" dirty="0" err="1">
                <a:solidFill>
                  <a:srgbClr val="355163"/>
                </a:solidFill>
                <a:latin typeface="ui-monospace"/>
              </a:rPr>
              <a:t>backtest</a:t>
            </a:r>
            <a:r>
              <a:rPr lang="en-US" sz="1000" i="1" dirty="0">
                <a:solidFill>
                  <a:srgbClr val="355163"/>
                </a:solidFill>
                <a:latin typeface="ui-monospace"/>
              </a:rPr>
              <a:t> MAE and RMSE</a:t>
            </a:r>
            <a:br>
              <a:rPr lang="en-US" sz="1000" i="1" dirty="0">
                <a:solidFill>
                  <a:srgbClr val="355163"/>
                </a:solidFill>
                <a:latin typeface="ui-monospace"/>
              </a:rPr>
            </a:br>
            <a:r>
              <a:rPr lang="en-US" sz="1000" i="1" dirty="0">
                <a:solidFill>
                  <a:srgbClr val="355163"/>
                </a:solidFill>
                <a:latin typeface="ui-monospace"/>
              </a:rPr>
              <a:t>- planning interpretation of forecast uncertainty</a:t>
            </a:r>
            <a:br>
              <a:rPr lang="en-US" sz="1000" i="1" dirty="0">
                <a:solidFill>
                  <a:srgbClr val="355163"/>
                </a:solidFill>
                <a:latin typeface="ui-monospace"/>
              </a:rPr>
            </a:br>
            <a:br>
              <a:rPr lang="en-US" sz="1000" i="1" dirty="0">
                <a:solidFill>
                  <a:srgbClr val="355163"/>
                </a:solidFill>
                <a:latin typeface="ui-monospace"/>
              </a:rPr>
            </a:br>
            <a:r>
              <a:rPr lang="en-US" sz="1000" i="1" dirty="0">
                <a:solidFill>
                  <a:srgbClr val="355163"/>
                </a:solidFill>
                <a:latin typeface="ui-monospace"/>
              </a:rPr>
              <a:t>Output request:</a:t>
            </a:r>
            <a:br>
              <a:rPr lang="en-US" sz="1000" i="1" dirty="0">
                <a:solidFill>
                  <a:srgbClr val="355163"/>
                </a:solidFill>
                <a:latin typeface="ui-monospace"/>
              </a:rPr>
            </a:br>
            <a:r>
              <a:rPr lang="en-US" sz="1000" i="1" dirty="0">
                <a:solidFill>
                  <a:srgbClr val="355163"/>
                </a:solidFill>
                <a:latin typeface="ui-monospace"/>
              </a:rPr>
              <a:t>Write a short manager recommendation focused on staffing, training, PPE, and confidence level in plain language.</a:t>
            </a:r>
          </a:p>
        </p:txBody>
      </p:sp>
      <p:sp>
        <p:nvSpPr>
          <p:cNvPr id="3" name="TextBox 2">
            <a:extLst>
              <a:ext uri="{FF2B5EF4-FFF2-40B4-BE49-F238E27FC236}">
                <a16:creationId xmlns:a16="http://schemas.microsoft.com/office/drawing/2014/main" id="{78CE8F23-A82A-A995-8024-D5CE0BD90BA6}"/>
              </a:ext>
            </a:extLst>
          </p:cNvPr>
          <p:cNvSpPr txBox="1"/>
          <p:nvPr/>
        </p:nvSpPr>
        <p:spPr>
          <a:xfrm>
            <a:off x="834279" y="1893867"/>
            <a:ext cx="3819202" cy="369332"/>
          </a:xfrm>
          <a:prstGeom prst="rect">
            <a:avLst/>
          </a:prstGeom>
          <a:noFill/>
        </p:spPr>
        <p:txBody>
          <a:bodyPr wrap="square">
            <a:spAutoFit/>
          </a:bodyPr>
          <a:lstStyle/>
          <a:p>
            <a:pPr algn="l">
              <a:spcAft>
                <a:spcPts val="900"/>
              </a:spcAft>
              <a:buNone/>
            </a:pPr>
            <a:r>
              <a:rPr lang="en-US" b="1" i="0" dirty="0">
                <a:solidFill>
                  <a:srgbClr val="0F766E"/>
                </a:solidFill>
                <a:effectLst/>
                <a:latin typeface="ui-sans-serif"/>
              </a:rPr>
              <a:t>Prompt inputs shown to the model</a:t>
            </a:r>
            <a:endParaRPr lang="en-CA" b="1" i="0" dirty="0">
              <a:solidFill>
                <a:srgbClr val="0F766E"/>
              </a:solidFill>
              <a:effectLst/>
              <a:latin typeface="ui-sans-serif"/>
            </a:endParaRPr>
          </a:p>
        </p:txBody>
      </p:sp>
      <p:sp>
        <p:nvSpPr>
          <p:cNvPr id="4" name="TextBox 3">
            <a:extLst>
              <a:ext uri="{FF2B5EF4-FFF2-40B4-BE49-F238E27FC236}">
                <a16:creationId xmlns:a16="http://schemas.microsoft.com/office/drawing/2014/main" id="{12210598-2A3E-17C9-06FC-AD5405EFD4EC}"/>
              </a:ext>
            </a:extLst>
          </p:cNvPr>
          <p:cNvSpPr txBox="1"/>
          <p:nvPr/>
        </p:nvSpPr>
        <p:spPr>
          <a:xfrm>
            <a:off x="5690857" y="1893867"/>
            <a:ext cx="5666863" cy="761747"/>
          </a:xfrm>
          <a:prstGeom prst="rect">
            <a:avLst/>
          </a:prstGeom>
          <a:noFill/>
        </p:spPr>
        <p:txBody>
          <a:bodyPr wrap="square">
            <a:spAutoFit/>
          </a:bodyPr>
          <a:lstStyle/>
          <a:p>
            <a:pPr algn="l">
              <a:spcAft>
                <a:spcPts val="900"/>
              </a:spcAft>
              <a:buNone/>
            </a:pPr>
            <a:r>
              <a:rPr lang="en-US" b="1" i="0" dirty="0">
                <a:solidFill>
                  <a:srgbClr val="0F766E"/>
                </a:solidFill>
                <a:effectLst/>
                <a:latin typeface="ui-sans-serif"/>
              </a:rPr>
              <a:t>Model and provider options beside the result</a:t>
            </a:r>
          </a:p>
          <a:p>
            <a:pPr algn="l">
              <a:spcAft>
                <a:spcPts val="900"/>
              </a:spcAft>
              <a:buNone/>
            </a:pPr>
            <a:endParaRPr lang="en-CA" b="1" i="0" dirty="0">
              <a:solidFill>
                <a:srgbClr val="0F766E"/>
              </a:solidFill>
              <a:effectLst/>
              <a:latin typeface="ui-sans-serif"/>
            </a:endParaRPr>
          </a:p>
        </p:txBody>
      </p:sp>
      <p:sp>
        <p:nvSpPr>
          <p:cNvPr id="8" name="TextBox 7">
            <a:extLst>
              <a:ext uri="{FF2B5EF4-FFF2-40B4-BE49-F238E27FC236}">
                <a16:creationId xmlns:a16="http://schemas.microsoft.com/office/drawing/2014/main" id="{861E6AD6-ACBE-389E-6233-C4A04E51348A}"/>
              </a:ext>
            </a:extLst>
          </p:cNvPr>
          <p:cNvSpPr txBox="1"/>
          <p:nvPr/>
        </p:nvSpPr>
        <p:spPr>
          <a:xfrm>
            <a:off x="764755" y="4440046"/>
            <a:ext cx="4295668" cy="954107"/>
          </a:xfrm>
          <a:prstGeom prst="rect">
            <a:avLst/>
          </a:prstGeom>
          <a:noFill/>
        </p:spPr>
        <p:txBody>
          <a:bodyPr wrap="square">
            <a:spAutoFit/>
          </a:bodyPr>
          <a:lstStyle/>
          <a:p>
            <a:pPr algn="l">
              <a:spcBef>
                <a:spcPts val="1200"/>
              </a:spcBef>
              <a:buNone/>
            </a:pPr>
            <a:r>
              <a:rPr lang="en-US" sz="1400" b="0" i="0" dirty="0">
                <a:solidFill>
                  <a:srgbClr val="355163"/>
                </a:solidFill>
                <a:effectLst/>
                <a:latin typeface="ui-sans-serif"/>
              </a:rPr>
              <a:t>The prompt is grounded in actual model output, so the text recommendation is based on the forecast summary and its measured </a:t>
            </a:r>
            <a:r>
              <a:rPr lang="en-US" sz="1400" b="0" i="0" dirty="0" err="1">
                <a:solidFill>
                  <a:srgbClr val="355163"/>
                </a:solidFill>
                <a:effectLst/>
                <a:latin typeface="ui-sans-serif"/>
              </a:rPr>
              <a:t>backtest</a:t>
            </a:r>
            <a:r>
              <a:rPr lang="en-US" sz="1400" b="0" i="0" dirty="0">
                <a:solidFill>
                  <a:srgbClr val="355163"/>
                </a:solidFill>
                <a:effectLst/>
                <a:latin typeface="ui-sans-serif"/>
              </a:rPr>
              <a:t> reliability rather than generic AI advice.</a:t>
            </a:r>
          </a:p>
        </p:txBody>
      </p:sp>
      <p:sp>
        <p:nvSpPr>
          <p:cNvPr id="14" name="TextBox 13">
            <a:extLst>
              <a:ext uri="{FF2B5EF4-FFF2-40B4-BE49-F238E27FC236}">
                <a16:creationId xmlns:a16="http://schemas.microsoft.com/office/drawing/2014/main" id="{8B35B2AD-E6BF-87F2-DA44-5040D3F20C71}"/>
              </a:ext>
            </a:extLst>
          </p:cNvPr>
          <p:cNvSpPr txBox="1"/>
          <p:nvPr/>
        </p:nvSpPr>
        <p:spPr>
          <a:xfrm>
            <a:off x="5690857" y="2433748"/>
            <a:ext cx="4449024" cy="3016210"/>
          </a:xfrm>
          <a:prstGeom prst="rect">
            <a:avLst/>
          </a:prstGeom>
          <a:noFill/>
        </p:spPr>
        <p:txBody>
          <a:bodyPr wrap="square">
            <a:spAutoFit/>
          </a:bodyPr>
          <a:lstStyle/>
          <a:p>
            <a:pPr algn="l">
              <a:buNone/>
            </a:pPr>
            <a:r>
              <a:rPr lang="en-US" sz="1200" b="1" i="0" dirty="0">
                <a:solidFill>
                  <a:srgbClr val="355163"/>
                </a:solidFill>
                <a:effectLst/>
                <a:latin typeface="ui-sans-serif"/>
              </a:rPr>
              <a:t>Forecast models</a:t>
            </a:r>
            <a:br>
              <a:rPr lang="en-US" sz="1200" b="0" i="0" dirty="0">
                <a:solidFill>
                  <a:srgbClr val="355163"/>
                </a:solidFill>
                <a:effectLst/>
                <a:latin typeface="ui-sans-serif"/>
              </a:rPr>
            </a:br>
            <a:r>
              <a:rPr lang="en-US" sz="1200" b="0" i="0" dirty="0">
                <a:solidFill>
                  <a:srgbClr val="355163"/>
                </a:solidFill>
                <a:effectLst/>
                <a:latin typeface="ui-sans-serif"/>
              </a:rPr>
              <a:t>Naive</a:t>
            </a:r>
            <a:br>
              <a:rPr lang="en-US" sz="1200" b="0" i="0" dirty="0">
                <a:solidFill>
                  <a:srgbClr val="355163"/>
                </a:solidFill>
                <a:effectLst/>
                <a:latin typeface="ui-sans-serif"/>
              </a:rPr>
            </a:br>
            <a:r>
              <a:rPr lang="en-US" sz="1200" b="0" i="0" dirty="0">
                <a:solidFill>
                  <a:srgbClr val="355163"/>
                </a:solidFill>
                <a:effectLst/>
                <a:latin typeface="ui-sans-serif"/>
              </a:rPr>
              <a:t>Moving Average</a:t>
            </a:r>
            <a:br>
              <a:rPr lang="en-US" sz="1200" b="0" i="0" dirty="0">
                <a:solidFill>
                  <a:srgbClr val="355163"/>
                </a:solidFill>
                <a:effectLst/>
                <a:latin typeface="ui-sans-serif"/>
              </a:rPr>
            </a:br>
            <a:r>
              <a:rPr lang="en-US" sz="1200" b="0" i="0" dirty="0">
                <a:solidFill>
                  <a:srgbClr val="355163"/>
                </a:solidFill>
                <a:effectLst/>
                <a:latin typeface="ui-sans-serif"/>
              </a:rPr>
              <a:t>Exponential Smoothing</a:t>
            </a:r>
            <a:br>
              <a:rPr lang="en-US" sz="1200" b="0" i="0" dirty="0">
                <a:solidFill>
                  <a:srgbClr val="355163"/>
                </a:solidFill>
                <a:effectLst/>
                <a:latin typeface="ui-sans-serif"/>
              </a:rPr>
            </a:br>
            <a:r>
              <a:rPr lang="en-US" sz="1200" b="0" i="0" dirty="0">
                <a:solidFill>
                  <a:srgbClr val="355163"/>
                </a:solidFill>
                <a:effectLst/>
                <a:latin typeface="ui-sans-serif"/>
              </a:rPr>
              <a:t>Holt</a:t>
            </a:r>
            <a:br>
              <a:rPr lang="en-US" sz="1200" b="0" i="0" dirty="0">
                <a:solidFill>
                  <a:srgbClr val="355163"/>
                </a:solidFill>
                <a:effectLst/>
                <a:latin typeface="ui-sans-serif"/>
              </a:rPr>
            </a:br>
            <a:r>
              <a:rPr lang="en-US" sz="1200" b="0" i="0" dirty="0">
                <a:solidFill>
                  <a:srgbClr val="355163"/>
                </a:solidFill>
                <a:effectLst/>
                <a:latin typeface="ui-sans-serif"/>
              </a:rPr>
              <a:t>Holt-Winters</a:t>
            </a:r>
            <a:br>
              <a:rPr lang="en-US" sz="1200" b="0" i="0" dirty="0">
                <a:solidFill>
                  <a:srgbClr val="355163"/>
                </a:solidFill>
                <a:effectLst/>
                <a:latin typeface="ui-sans-serif"/>
              </a:rPr>
            </a:br>
            <a:r>
              <a:rPr lang="en-US" sz="1200" b="0" i="0" dirty="0">
                <a:solidFill>
                  <a:srgbClr val="355163"/>
                </a:solidFill>
                <a:effectLst/>
                <a:latin typeface="ui-sans-serif"/>
              </a:rPr>
              <a:t>SARIMA</a:t>
            </a:r>
          </a:p>
          <a:p>
            <a:pPr algn="l">
              <a:buNone/>
            </a:pPr>
            <a:endParaRPr lang="en-US" sz="1200" b="0" i="0" dirty="0">
              <a:solidFill>
                <a:srgbClr val="355163"/>
              </a:solidFill>
              <a:effectLst/>
              <a:latin typeface="ui-sans-serif"/>
            </a:endParaRPr>
          </a:p>
          <a:p>
            <a:pPr algn="l">
              <a:buNone/>
            </a:pPr>
            <a:r>
              <a:rPr lang="en-US" sz="1200" b="1" i="0" dirty="0">
                <a:solidFill>
                  <a:srgbClr val="355163"/>
                </a:solidFill>
                <a:effectLst/>
                <a:latin typeface="ui-sans-serif"/>
              </a:rPr>
              <a:t>AI providers</a:t>
            </a:r>
            <a:br>
              <a:rPr lang="en-US" sz="1200" b="0" i="0" dirty="0">
                <a:solidFill>
                  <a:srgbClr val="355163"/>
                </a:solidFill>
                <a:effectLst/>
                <a:latin typeface="ui-sans-serif"/>
              </a:rPr>
            </a:br>
            <a:r>
              <a:rPr lang="en-US" sz="1200" b="0" i="0" dirty="0">
                <a:solidFill>
                  <a:srgbClr val="355163"/>
                </a:solidFill>
                <a:effectLst/>
                <a:latin typeface="ui-sans-serif"/>
              </a:rPr>
              <a:t>Gemini</a:t>
            </a:r>
            <a:br>
              <a:rPr lang="en-US" sz="1200" b="0" i="0" dirty="0">
                <a:solidFill>
                  <a:srgbClr val="355163"/>
                </a:solidFill>
                <a:effectLst/>
                <a:latin typeface="ui-sans-serif"/>
              </a:rPr>
            </a:br>
            <a:r>
              <a:rPr lang="en-US" sz="1200" b="0" i="0" dirty="0">
                <a:solidFill>
                  <a:srgbClr val="355163"/>
                </a:solidFill>
                <a:effectLst/>
                <a:latin typeface="ui-sans-serif"/>
              </a:rPr>
              <a:t>OpenAI</a:t>
            </a:r>
            <a:br>
              <a:rPr lang="en-US" sz="1200" b="0" i="0" dirty="0">
                <a:solidFill>
                  <a:srgbClr val="355163"/>
                </a:solidFill>
                <a:effectLst/>
                <a:latin typeface="ui-sans-serif"/>
              </a:rPr>
            </a:br>
            <a:r>
              <a:rPr lang="en-US" sz="1200" b="0" i="0" dirty="0">
                <a:solidFill>
                  <a:srgbClr val="64748B"/>
                </a:solidFill>
                <a:effectLst/>
                <a:latin typeface="ui-sans-serif"/>
              </a:rPr>
              <a:t>Claude placeholder</a:t>
            </a:r>
            <a:endParaRPr lang="en-US" sz="1200" b="0" i="0" dirty="0">
              <a:solidFill>
                <a:srgbClr val="355163"/>
              </a:solidFill>
              <a:effectLst/>
              <a:latin typeface="ui-sans-serif"/>
            </a:endParaRPr>
          </a:p>
          <a:p>
            <a:pPr algn="l">
              <a:spcBef>
                <a:spcPts val="1200"/>
              </a:spcBef>
              <a:buNone/>
            </a:pPr>
            <a:r>
              <a:rPr lang="en-US" sz="1200" b="1" i="0" dirty="0">
                <a:solidFill>
                  <a:srgbClr val="355163"/>
                </a:solidFill>
                <a:effectLst/>
                <a:latin typeface="ui-sans-serif"/>
              </a:rPr>
              <a:t>Notes:</a:t>
            </a:r>
            <a:r>
              <a:rPr lang="en-US" sz="1200" b="0" i="0" dirty="0">
                <a:solidFill>
                  <a:srgbClr val="355163"/>
                </a:solidFill>
                <a:effectLst/>
                <a:latin typeface="ui-sans-serif"/>
              </a:rPr>
              <a:t> the page lets the user choose the forecasting model and AI provider, then the app explains the forecast operationally for managers.</a:t>
            </a:r>
          </a:p>
        </p:txBody>
      </p:sp>
    </p:spTree>
    <p:extLst>
      <p:ext uri="{BB962C8B-B14F-4D97-AF65-F5344CB8AC3E}">
        <p14:creationId xmlns:p14="http://schemas.microsoft.com/office/powerpoint/2010/main" val="20057140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2071A-7CFF-B9D0-9AB7-44794E93FA5C}"/>
            </a:ext>
          </a:extLst>
        </p:cNvPr>
        <p:cNvGrpSpPr/>
        <p:nvPr/>
      </p:nvGrpSpPr>
      <p:grpSpPr>
        <a:xfrm>
          <a:off x="0" y="0"/>
          <a:ext cx="0" cy="0"/>
          <a:chOff x="0" y="0"/>
          <a:chExt cx="0" cy="0"/>
        </a:xfrm>
      </p:grpSpPr>
      <p:sp>
        <p:nvSpPr>
          <p:cNvPr id="11" name="Text 7">
            <a:extLst>
              <a:ext uri="{FF2B5EF4-FFF2-40B4-BE49-F238E27FC236}">
                <a16:creationId xmlns:a16="http://schemas.microsoft.com/office/drawing/2014/main" id="{C896AA13-14A1-85D7-6F12-6999B99511FF}"/>
              </a:ext>
            </a:extLst>
          </p:cNvPr>
          <p:cNvSpPr/>
          <p:nvPr/>
        </p:nvSpPr>
        <p:spPr>
          <a:xfrm>
            <a:off x="834280" y="392448"/>
            <a:ext cx="2678465" cy="259402"/>
          </a:xfrm>
          <a:prstGeom prst="rect">
            <a:avLst/>
          </a:prstGeom>
          <a:noFill/>
          <a:ln/>
        </p:spPr>
        <p:txBody>
          <a:bodyPr wrap="square" lIns="0" tIns="0" rIns="0" bIns="0" rtlCol="0" anchor="t"/>
          <a:lstStyle/>
          <a:p>
            <a:br>
              <a:rPr lang="en-CA" sz="2000" dirty="0"/>
            </a:br>
            <a:endParaRPr lang="en-US" sz="2000" dirty="0"/>
          </a:p>
        </p:txBody>
      </p:sp>
      <p:sp>
        <p:nvSpPr>
          <p:cNvPr id="12" name="Text 8">
            <a:extLst>
              <a:ext uri="{FF2B5EF4-FFF2-40B4-BE49-F238E27FC236}">
                <a16:creationId xmlns:a16="http://schemas.microsoft.com/office/drawing/2014/main" id="{7DC65381-6742-D743-5F2B-C7CF2C8ACD53}"/>
              </a:ext>
            </a:extLst>
          </p:cNvPr>
          <p:cNvSpPr/>
          <p:nvPr/>
        </p:nvSpPr>
        <p:spPr>
          <a:xfrm>
            <a:off x="834279" y="766602"/>
            <a:ext cx="10455057" cy="618570"/>
          </a:xfrm>
          <a:prstGeom prst="rect">
            <a:avLst/>
          </a:prstGeom>
          <a:noFill/>
          <a:ln/>
        </p:spPr>
        <p:txBody>
          <a:bodyPr wrap="square" lIns="0" tIns="0" rIns="0" bIns="0" rtlCol="0" anchor="t"/>
          <a:lstStyle/>
          <a:p>
            <a:r>
              <a:rPr lang="en-US" sz="3200" b="1" dirty="0"/>
              <a:t>Demo</a:t>
            </a:r>
          </a:p>
        </p:txBody>
      </p:sp>
    </p:spTree>
    <p:extLst>
      <p:ext uri="{BB962C8B-B14F-4D97-AF65-F5344CB8AC3E}">
        <p14:creationId xmlns:p14="http://schemas.microsoft.com/office/powerpoint/2010/main" val="7998821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9DE60-337B-9DD9-0345-CDAF65570FDB}"/>
            </a:ext>
          </a:extLst>
        </p:cNvPr>
        <p:cNvGrpSpPr/>
        <p:nvPr/>
      </p:nvGrpSpPr>
      <p:grpSpPr>
        <a:xfrm>
          <a:off x="0" y="0"/>
          <a:ext cx="0" cy="0"/>
          <a:chOff x="0" y="0"/>
          <a:chExt cx="0" cy="0"/>
        </a:xfrm>
      </p:grpSpPr>
      <p:sp>
        <p:nvSpPr>
          <p:cNvPr id="11" name="Text 7">
            <a:extLst>
              <a:ext uri="{FF2B5EF4-FFF2-40B4-BE49-F238E27FC236}">
                <a16:creationId xmlns:a16="http://schemas.microsoft.com/office/drawing/2014/main" id="{1F902257-DD34-AB6F-DF47-04783DBE46F9}"/>
              </a:ext>
            </a:extLst>
          </p:cNvPr>
          <p:cNvSpPr/>
          <p:nvPr/>
        </p:nvSpPr>
        <p:spPr>
          <a:xfrm>
            <a:off x="834280" y="392448"/>
            <a:ext cx="2678465" cy="259402"/>
          </a:xfrm>
          <a:prstGeom prst="rect">
            <a:avLst/>
          </a:prstGeom>
          <a:noFill/>
          <a:ln/>
        </p:spPr>
        <p:txBody>
          <a:bodyPr wrap="square" lIns="0" tIns="0" rIns="0" bIns="0" rtlCol="0" anchor="t"/>
          <a:lstStyle/>
          <a:p>
            <a:br>
              <a:rPr lang="en-CA" sz="2000" dirty="0"/>
            </a:br>
            <a:endParaRPr lang="en-US" sz="2000" dirty="0"/>
          </a:p>
        </p:txBody>
      </p:sp>
      <p:sp>
        <p:nvSpPr>
          <p:cNvPr id="12" name="Text 8">
            <a:extLst>
              <a:ext uri="{FF2B5EF4-FFF2-40B4-BE49-F238E27FC236}">
                <a16:creationId xmlns:a16="http://schemas.microsoft.com/office/drawing/2014/main" id="{3994E74E-0E28-ABD7-CB63-06A65F363AC1}"/>
              </a:ext>
            </a:extLst>
          </p:cNvPr>
          <p:cNvSpPr/>
          <p:nvPr/>
        </p:nvSpPr>
        <p:spPr>
          <a:xfrm>
            <a:off x="834279" y="766602"/>
            <a:ext cx="10455057" cy="618570"/>
          </a:xfrm>
          <a:prstGeom prst="rect">
            <a:avLst/>
          </a:prstGeom>
          <a:noFill/>
          <a:ln/>
        </p:spPr>
        <p:txBody>
          <a:bodyPr wrap="square" lIns="0" tIns="0" rIns="0" bIns="0" rtlCol="0" anchor="t"/>
          <a:lstStyle/>
          <a:p>
            <a:r>
              <a:rPr lang="en-US" sz="3200" b="1" dirty="0"/>
              <a:t>CSIS 4495 Applied Research</a:t>
            </a:r>
          </a:p>
        </p:txBody>
      </p:sp>
      <p:sp>
        <p:nvSpPr>
          <p:cNvPr id="3" name="TextBox 2">
            <a:extLst>
              <a:ext uri="{FF2B5EF4-FFF2-40B4-BE49-F238E27FC236}">
                <a16:creationId xmlns:a16="http://schemas.microsoft.com/office/drawing/2014/main" id="{93635594-7FE0-BC04-2ADA-4E799DB80EDA}"/>
              </a:ext>
            </a:extLst>
          </p:cNvPr>
          <p:cNvSpPr txBox="1"/>
          <p:nvPr/>
        </p:nvSpPr>
        <p:spPr>
          <a:xfrm>
            <a:off x="834279" y="1893867"/>
            <a:ext cx="1942145" cy="369332"/>
          </a:xfrm>
          <a:prstGeom prst="rect">
            <a:avLst/>
          </a:prstGeom>
          <a:noFill/>
        </p:spPr>
        <p:txBody>
          <a:bodyPr wrap="square">
            <a:spAutoFit/>
          </a:bodyPr>
          <a:lstStyle/>
          <a:p>
            <a:pPr algn="l">
              <a:spcAft>
                <a:spcPts val="900"/>
              </a:spcAft>
              <a:buNone/>
            </a:pPr>
            <a:r>
              <a:rPr lang="en-CA" b="1" i="0" dirty="0">
                <a:solidFill>
                  <a:srgbClr val="0F766E"/>
                </a:solidFill>
                <a:effectLst/>
                <a:latin typeface="ui-sans-serif"/>
              </a:rPr>
              <a:t>Thank you.</a:t>
            </a:r>
          </a:p>
        </p:txBody>
      </p:sp>
    </p:spTree>
    <p:extLst>
      <p:ext uri="{BB962C8B-B14F-4D97-AF65-F5344CB8AC3E}">
        <p14:creationId xmlns:p14="http://schemas.microsoft.com/office/powerpoint/2010/main" val="1726875448"/>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78</TotalTime>
  <Words>708</Words>
  <Application>Microsoft Office PowerPoint</Application>
  <PresentationFormat>Widescreen</PresentationFormat>
  <Paragraphs>85</Paragraphs>
  <Slides>7</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7</vt:i4>
      </vt:variant>
    </vt:vector>
  </HeadingPairs>
  <TitlesOfParts>
    <vt:vector size="14" baseType="lpstr">
      <vt:lpstr>Aptos</vt:lpstr>
      <vt:lpstr>Arial</vt:lpstr>
      <vt:lpstr>Calisto MT</vt:lpstr>
      <vt:lpstr>ui-monospace</vt:lpstr>
      <vt:lpstr>ui-sans-serif</vt:lpstr>
      <vt:lpstr>Univers Condensed</vt:lpstr>
      <vt:lpstr>ChronicleVTI</vt:lpstr>
      <vt:lpstr>EMS Work-injury Forecasting App</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Adriatico, Dundee B.</dc:creator>
  <cp:lastModifiedBy>Adriatico, Dundee B.</cp:lastModifiedBy>
  <cp:revision>1</cp:revision>
  <dcterms:created xsi:type="dcterms:W3CDTF">2026-04-09T02:16:04Z</dcterms:created>
  <dcterms:modified xsi:type="dcterms:W3CDTF">2026-04-09T05:01:32Z</dcterms:modified>
</cp:coreProperties>
</file>