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5" r:id="rId2"/>
    <p:sldId id="276" r:id="rId3"/>
    <p:sldId id="278" r:id="rId4"/>
    <p:sldId id="280" r:id="rId5"/>
    <p:sldId id="260" r:id="rId6"/>
    <p:sldId id="281" r:id="rId7"/>
    <p:sldId id="262" r:id="rId8"/>
    <p:sldId id="282" r:id="rId9"/>
    <p:sldId id="283" r:id="rId10"/>
    <p:sldId id="285" r:id="rId11"/>
    <p:sldId id="271" r:id="rId12"/>
    <p:sldId id="272" r:id="rId13"/>
    <p:sldId id="286" r:id="rId14"/>
    <p:sldId id="284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9EB07A-22E3-487D-A582-4E733BBF88ED}" v="25" dt="2026-02-20T20:56:07.5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04" autoAdjust="0"/>
  </p:normalViewPr>
  <p:slideViewPr>
    <p:cSldViewPr snapToGrid="0" snapToObjects="1">
      <p:cViewPr varScale="1">
        <p:scale>
          <a:sx n="139" d="100"/>
          <a:sy n="139" d="100"/>
        </p:scale>
        <p:origin x="80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atico, Dundee B." userId="a207e8a9-124e-439f-89fd-9ad351d7d04c" providerId="ADAL" clId="{1782D908-4124-408E-8E70-BD4D334214AB}"/>
    <pc:docChg chg="undo custSel addSld delSld modSld sldOrd">
      <pc:chgData name="Adriatico, Dundee B." userId="a207e8a9-124e-439f-89fd-9ad351d7d04c" providerId="ADAL" clId="{1782D908-4124-408E-8E70-BD4D334214AB}" dt="2026-02-20T20:57:25.486" v="214" actId="47"/>
      <pc:docMkLst>
        <pc:docMk/>
      </pc:docMkLst>
      <pc:sldChg chg="del">
        <pc:chgData name="Adriatico, Dundee B." userId="a207e8a9-124e-439f-89fd-9ad351d7d04c" providerId="ADAL" clId="{1782D908-4124-408E-8E70-BD4D334214AB}" dt="2026-02-20T20:01:08.925" v="18" actId="47"/>
        <pc:sldMkLst>
          <pc:docMk/>
          <pc:sldMk cId="0" sldId="256"/>
        </pc:sldMkLst>
      </pc:sldChg>
      <pc:sldChg chg="add del">
        <pc:chgData name="Adriatico, Dundee B." userId="a207e8a9-124e-439f-89fd-9ad351d7d04c" providerId="ADAL" clId="{1782D908-4124-408E-8E70-BD4D334214AB}" dt="2026-02-20T20:01:56.941" v="25" actId="47"/>
        <pc:sldMkLst>
          <pc:docMk/>
          <pc:sldMk cId="0" sldId="257"/>
        </pc:sldMkLst>
      </pc:sldChg>
      <pc:sldChg chg="del">
        <pc:chgData name="Adriatico, Dundee B." userId="a207e8a9-124e-439f-89fd-9ad351d7d04c" providerId="ADAL" clId="{1782D908-4124-408E-8E70-BD4D334214AB}" dt="2026-02-20T20:04:21.451" v="59" actId="47"/>
        <pc:sldMkLst>
          <pc:docMk/>
          <pc:sldMk cId="0" sldId="258"/>
        </pc:sldMkLst>
      </pc:sldChg>
      <pc:sldChg chg="del">
        <pc:chgData name="Adriatico, Dundee B." userId="a207e8a9-124e-439f-89fd-9ad351d7d04c" providerId="ADAL" clId="{1782D908-4124-408E-8E70-BD4D334214AB}" dt="2026-02-20T20:08:35.285" v="64" actId="47"/>
        <pc:sldMkLst>
          <pc:docMk/>
          <pc:sldMk cId="0" sldId="259"/>
        </pc:sldMkLst>
      </pc:sldChg>
      <pc:sldChg chg="addSp modSp mod setBg">
        <pc:chgData name="Adriatico, Dundee B." userId="a207e8a9-124e-439f-89fd-9ad351d7d04c" providerId="ADAL" clId="{1782D908-4124-408E-8E70-BD4D334214AB}" dt="2026-02-20T20:08:40.703" v="66" actId="26606"/>
        <pc:sldMkLst>
          <pc:docMk/>
          <pc:sldMk cId="0" sldId="260"/>
        </pc:sldMkLst>
        <pc:spChg chg="mod">
          <ac:chgData name="Adriatico, Dundee B." userId="a207e8a9-124e-439f-89fd-9ad351d7d04c" providerId="ADAL" clId="{1782D908-4124-408E-8E70-BD4D334214AB}" dt="2026-02-20T20:08:40.703" v="66" actId="26606"/>
          <ac:spMkLst>
            <pc:docMk/>
            <pc:sldMk cId="0" sldId="260"/>
            <ac:spMk id="2" creationId="{00000000-0000-0000-0000-000000000000}"/>
          </ac:spMkLst>
        </pc:spChg>
        <pc:spChg chg="mod">
          <ac:chgData name="Adriatico, Dundee B." userId="a207e8a9-124e-439f-89fd-9ad351d7d04c" providerId="ADAL" clId="{1782D908-4124-408E-8E70-BD4D334214AB}" dt="2026-02-20T20:08:40.703" v="66" actId="26606"/>
          <ac:spMkLst>
            <pc:docMk/>
            <pc:sldMk cId="0" sldId="260"/>
            <ac:spMk id="3" creationId="{00000000-0000-0000-0000-000000000000}"/>
          </ac:spMkLst>
        </pc:spChg>
        <pc:spChg chg="add">
          <ac:chgData name="Adriatico, Dundee B." userId="a207e8a9-124e-439f-89fd-9ad351d7d04c" providerId="ADAL" clId="{1782D908-4124-408E-8E70-BD4D334214AB}" dt="2026-02-20T20:08:40.703" v="66" actId="26606"/>
          <ac:spMkLst>
            <pc:docMk/>
            <pc:sldMk cId="0" sldId="260"/>
            <ac:spMk id="8" creationId="{1BB867FF-FC45-48F7-8104-F89BE54909F1}"/>
          </ac:spMkLst>
        </pc:spChg>
        <pc:spChg chg="add">
          <ac:chgData name="Adriatico, Dundee B." userId="a207e8a9-124e-439f-89fd-9ad351d7d04c" providerId="ADAL" clId="{1782D908-4124-408E-8E70-BD4D334214AB}" dt="2026-02-20T20:08:40.703" v="66" actId="26606"/>
          <ac:spMkLst>
            <pc:docMk/>
            <pc:sldMk cId="0" sldId="260"/>
            <ac:spMk id="10" creationId="{8BB56887-D0D5-4F0C-9E19-7247EB83C8B7}"/>
          </ac:spMkLst>
        </pc:spChg>
        <pc:spChg chg="add">
          <ac:chgData name="Adriatico, Dundee B." userId="a207e8a9-124e-439f-89fd-9ad351d7d04c" providerId="ADAL" clId="{1782D908-4124-408E-8E70-BD4D334214AB}" dt="2026-02-20T20:08:40.703" v="66" actId="26606"/>
          <ac:spMkLst>
            <pc:docMk/>
            <pc:sldMk cId="0" sldId="260"/>
            <ac:spMk id="12" creationId="{081E4A58-353D-44AE-B2FC-2A74E2E400F7}"/>
          </ac:spMkLst>
        </pc:spChg>
      </pc:sldChg>
      <pc:sldChg chg="del">
        <pc:chgData name="Adriatico, Dundee B." userId="a207e8a9-124e-439f-89fd-9ad351d7d04c" providerId="ADAL" clId="{1782D908-4124-408E-8E70-BD4D334214AB}" dt="2026-02-20T20:10:08.884" v="81" actId="47"/>
        <pc:sldMkLst>
          <pc:docMk/>
          <pc:sldMk cId="0" sldId="261"/>
        </pc:sldMkLst>
      </pc:sldChg>
      <pc:sldChg chg="addSp modSp mod setBg">
        <pc:chgData name="Adriatico, Dundee B." userId="a207e8a9-124e-439f-89fd-9ad351d7d04c" providerId="ADAL" clId="{1782D908-4124-408E-8E70-BD4D334214AB}" dt="2026-02-20T20:10:29.950" v="82" actId="26606"/>
        <pc:sldMkLst>
          <pc:docMk/>
          <pc:sldMk cId="0" sldId="262"/>
        </pc:sldMkLst>
        <pc:spChg chg="mod">
          <ac:chgData name="Adriatico, Dundee B." userId="a207e8a9-124e-439f-89fd-9ad351d7d04c" providerId="ADAL" clId="{1782D908-4124-408E-8E70-BD4D334214AB}" dt="2026-02-20T20:10:29.950" v="82" actId="26606"/>
          <ac:spMkLst>
            <pc:docMk/>
            <pc:sldMk cId="0" sldId="262"/>
            <ac:spMk id="2" creationId="{00000000-0000-0000-0000-000000000000}"/>
          </ac:spMkLst>
        </pc:spChg>
        <pc:spChg chg="mod">
          <ac:chgData name="Adriatico, Dundee B." userId="a207e8a9-124e-439f-89fd-9ad351d7d04c" providerId="ADAL" clId="{1782D908-4124-408E-8E70-BD4D334214AB}" dt="2026-02-20T20:10:29.950" v="82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Adriatico, Dundee B." userId="a207e8a9-124e-439f-89fd-9ad351d7d04c" providerId="ADAL" clId="{1782D908-4124-408E-8E70-BD4D334214AB}" dt="2026-02-20T20:10:29.950" v="82" actId="26606"/>
          <ac:spMkLst>
            <pc:docMk/>
            <pc:sldMk cId="0" sldId="262"/>
            <ac:spMk id="8" creationId="{1BB867FF-FC45-48F7-8104-F89BE54909F1}"/>
          </ac:spMkLst>
        </pc:spChg>
        <pc:spChg chg="add">
          <ac:chgData name="Adriatico, Dundee B." userId="a207e8a9-124e-439f-89fd-9ad351d7d04c" providerId="ADAL" clId="{1782D908-4124-408E-8E70-BD4D334214AB}" dt="2026-02-20T20:10:29.950" v="82" actId="26606"/>
          <ac:spMkLst>
            <pc:docMk/>
            <pc:sldMk cId="0" sldId="262"/>
            <ac:spMk id="10" creationId="{8BB56887-D0D5-4F0C-9E19-7247EB83C8B7}"/>
          </ac:spMkLst>
        </pc:spChg>
        <pc:spChg chg="add">
          <ac:chgData name="Adriatico, Dundee B." userId="a207e8a9-124e-439f-89fd-9ad351d7d04c" providerId="ADAL" clId="{1782D908-4124-408E-8E70-BD4D334214AB}" dt="2026-02-20T20:10:29.950" v="82" actId="26606"/>
          <ac:spMkLst>
            <pc:docMk/>
            <pc:sldMk cId="0" sldId="262"/>
            <ac:spMk id="12" creationId="{081E4A58-353D-44AE-B2FC-2A74E2E400F7}"/>
          </ac:spMkLst>
        </pc:spChg>
      </pc:sldChg>
      <pc:sldChg chg="del">
        <pc:chgData name="Adriatico, Dundee B." userId="a207e8a9-124e-439f-89fd-9ad351d7d04c" providerId="ADAL" clId="{1782D908-4124-408E-8E70-BD4D334214AB}" dt="2026-02-20T20:35:26.690" v="130" actId="47"/>
        <pc:sldMkLst>
          <pc:docMk/>
          <pc:sldMk cId="0" sldId="263"/>
        </pc:sldMkLst>
      </pc:sldChg>
      <pc:sldChg chg="del">
        <pc:chgData name="Adriatico, Dundee B." userId="a207e8a9-124e-439f-89fd-9ad351d7d04c" providerId="ADAL" clId="{1782D908-4124-408E-8E70-BD4D334214AB}" dt="2026-02-20T20:36:29.806" v="148" actId="47"/>
        <pc:sldMkLst>
          <pc:docMk/>
          <pc:sldMk cId="0" sldId="264"/>
        </pc:sldMkLst>
      </pc:sldChg>
      <pc:sldChg chg="del">
        <pc:chgData name="Adriatico, Dundee B." userId="a207e8a9-124e-439f-89fd-9ad351d7d04c" providerId="ADAL" clId="{1782D908-4124-408E-8E70-BD4D334214AB}" dt="2026-02-20T20:35:45.836" v="131" actId="47"/>
        <pc:sldMkLst>
          <pc:docMk/>
          <pc:sldMk cId="0" sldId="265"/>
        </pc:sldMkLst>
      </pc:sldChg>
      <pc:sldChg chg="del">
        <pc:chgData name="Adriatico, Dundee B." userId="a207e8a9-124e-439f-89fd-9ad351d7d04c" providerId="ADAL" clId="{1782D908-4124-408E-8E70-BD4D334214AB}" dt="2026-02-20T20:35:45.836" v="131" actId="47"/>
        <pc:sldMkLst>
          <pc:docMk/>
          <pc:sldMk cId="0" sldId="266"/>
        </pc:sldMkLst>
      </pc:sldChg>
      <pc:sldChg chg="del">
        <pc:chgData name="Adriatico, Dundee B." userId="a207e8a9-124e-439f-89fd-9ad351d7d04c" providerId="ADAL" clId="{1782D908-4124-408E-8E70-BD4D334214AB}" dt="2026-02-20T20:35:45.836" v="131" actId="47"/>
        <pc:sldMkLst>
          <pc:docMk/>
          <pc:sldMk cId="0" sldId="267"/>
        </pc:sldMkLst>
      </pc:sldChg>
      <pc:sldChg chg="del">
        <pc:chgData name="Adriatico, Dundee B." userId="a207e8a9-124e-439f-89fd-9ad351d7d04c" providerId="ADAL" clId="{1782D908-4124-408E-8E70-BD4D334214AB}" dt="2026-02-20T20:35:45.836" v="131" actId="47"/>
        <pc:sldMkLst>
          <pc:docMk/>
          <pc:sldMk cId="0" sldId="268"/>
        </pc:sldMkLst>
      </pc:sldChg>
      <pc:sldChg chg="del">
        <pc:chgData name="Adriatico, Dundee B." userId="a207e8a9-124e-439f-89fd-9ad351d7d04c" providerId="ADAL" clId="{1782D908-4124-408E-8E70-BD4D334214AB}" dt="2026-02-20T20:35:45.836" v="131" actId="47"/>
        <pc:sldMkLst>
          <pc:docMk/>
          <pc:sldMk cId="0" sldId="269"/>
        </pc:sldMkLst>
      </pc:sldChg>
      <pc:sldChg chg="addSp delSp del mod">
        <pc:chgData name="Adriatico, Dundee B." userId="a207e8a9-124e-439f-89fd-9ad351d7d04c" providerId="ADAL" clId="{1782D908-4124-408E-8E70-BD4D334214AB}" dt="2026-02-20T20:55:55.897" v="199" actId="47"/>
        <pc:sldMkLst>
          <pc:docMk/>
          <pc:sldMk cId="0" sldId="270"/>
        </pc:sldMkLst>
        <pc:spChg chg="add del">
          <ac:chgData name="Adriatico, Dundee B." userId="a207e8a9-124e-439f-89fd-9ad351d7d04c" providerId="ADAL" clId="{1782D908-4124-408E-8E70-BD4D334214AB}" dt="2026-02-20T20:36:52.759" v="152" actId="21"/>
          <ac:spMkLst>
            <pc:docMk/>
            <pc:sldMk cId="0" sldId="270"/>
            <ac:spMk id="4" creationId="{00000000-0000-0000-0000-000000000000}"/>
          </ac:spMkLst>
        </pc:spChg>
      </pc:sldChg>
      <pc:sldChg chg="addSp modSp mod setBg">
        <pc:chgData name="Adriatico, Dundee B." userId="a207e8a9-124e-439f-89fd-9ad351d7d04c" providerId="ADAL" clId="{1782D908-4124-408E-8E70-BD4D334214AB}" dt="2026-02-20T20:55:22.281" v="194" actId="255"/>
        <pc:sldMkLst>
          <pc:docMk/>
          <pc:sldMk cId="0" sldId="271"/>
        </pc:sldMkLst>
        <pc:spChg chg="mod">
          <ac:chgData name="Adriatico, Dundee B." userId="a207e8a9-124e-439f-89fd-9ad351d7d04c" providerId="ADAL" clId="{1782D908-4124-408E-8E70-BD4D334214AB}" dt="2026-02-20T20:54:58.443" v="187" actId="21"/>
          <ac:spMkLst>
            <pc:docMk/>
            <pc:sldMk cId="0" sldId="271"/>
            <ac:spMk id="2" creationId="{00000000-0000-0000-0000-000000000000}"/>
          </ac:spMkLst>
        </pc:spChg>
        <pc:spChg chg="mod">
          <ac:chgData name="Adriatico, Dundee B." userId="a207e8a9-124e-439f-89fd-9ad351d7d04c" providerId="ADAL" clId="{1782D908-4124-408E-8E70-BD4D334214AB}" dt="2026-02-20T20:55:22.281" v="194" actId="255"/>
          <ac:spMkLst>
            <pc:docMk/>
            <pc:sldMk cId="0" sldId="271"/>
            <ac:spMk id="3" creationId="{00000000-0000-0000-0000-000000000000}"/>
          </ac:spMkLst>
        </pc:spChg>
        <pc:spChg chg="add mod">
          <ac:chgData name="Adriatico, Dundee B." userId="a207e8a9-124e-439f-89fd-9ad351d7d04c" providerId="ADAL" clId="{1782D908-4124-408E-8E70-BD4D334214AB}" dt="2026-02-20T20:55:08.710" v="192" actId="1076"/>
          <ac:spMkLst>
            <pc:docMk/>
            <pc:sldMk cId="0" sldId="271"/>
            <ac:spMk id="4" creationId="{5B6E9557-1374-EA65-3E6C-D1258D0CE371}"/>
          </ac:spMkLst>
        </pc:spChg>
        <pc:grpChg chg="add">
          <ac:chgData name="Adriatico, Dundee B." userId="a207e8a9-124e-439f-89fd-9ad351d7d04c" providerId="ADAL" clId="{1782D908-4124-408E-8E70-BD4D334214AB}" dt="2026-02-20T20:36:40.820" v="149" actId="26606"/>
          <ac:grpSpMkLst>
            <pc:docMk/>
            <pc:sldMk cId="0" sldId="271"/>
            <ac:grpSpMk id="8" creationId="{626842FA-90AD-EEBD-ABE0-E9EF9A5D14D7}"/>
          </ac:grpSpMkLst>
        </pc:grpChg>
      </pc:sldChg>
      <pc:sldChg chg="addSp delSp modSp mod setBg">
        <pc:chgData name="Adriatico, Dundee B." userId="a207e8a9-124e-439f-89fd-9ad351d7d04c" providerId="ADAL" clId="{1782D908-4124-408E-8E70-BD4D334214AB}" dt="2026-02-20T20:37:10.740" v="153" actId="26606"/>
        <pc:sldMkLst>
          <pc:docMk/>
          <pc:sldMk cId="0" sldId="272"/>
        </pc:sldMkLst>
        <pc:spChg chg="mod">
          <ac:chgData name="Adriatico, Dundee B." userId="a207e8a9-124e-439f-89fd-9ad351d7d04c" providerId="ADAL" clId="{1782D908-4124-408E-8E70-BD4D334214AB}" dt="2026-02-20T20:37:10.740" v="153" actId="26606"/>
          <ac:spMkLst>
            <pc:docMk/>
            <pc:sldMk cId="0" sldId="272"/>
            <ac:spMk id="2" creationId="{00000000-0000-0000-0000-000000000000}"/>
          </ac:spMkLst>
        </pc:spChg>
        <pc:spChg chg="mod">
          <ac:chgData name="Adriatico, Dundee B." userId="a207e8a9-124e-439f-89fd-9ad351d7d04c" providerId="ADAL" clId="{1782D908-4124-408E-8E70-BD4D334214AB}" dt="2026-02-20T20:37:10.740" v="153" actId="26606"/>
          <ac:spMkLst>
            <pc:docMk/>
            <pc:sldMk cId="0" sldId="272"/>
            <ac:spMk id="3" creationId="{00000000-0000-0000-0000-000000000000}"/>
          </ac:spMkLst>
        </pc:spChg>
        <pc:spChg chg="add">
          <ac:chgData name="Adriatico, Dundee B." userId="a207e8a9-124e-439f-89fd-9ad351d7d04c" providerId="ADAL" clId="{1782D908-4124-408E-8E70-BD4D334214AB}" dt="2026-02-20T20:37:10.740" v="153" actId="26606"/>
          <ac:spMkLst>
            <pc:docMk/>
            <pc:sldMk cId="0" sldId="272"/>
            <ac:spMk id="15" creationId="{1BB867FF-FC45-48F7-8104-F89BE54909F1}"/>
          </ac:spMkLst>
        </pc:spChg>
        <pc:spChg chg="add">
          <ac:chgData name="Adriatico, Dundee B." userId="a207e8a9-124e-439f-89fd-9ad351d7d04c" providerId="ADAL" clId="{1782D908-4124-408E-8E70-BD4D334214AB}" dt="2026-02-20T20:37:10.740" v="153" actId="26606"/>
          <ac:spMkLst>
            <pc:docMk/>
            <pc:sldMk cId="0" sldId="272"/>
            <ac:spMk id="17" creationId="{8BB56887-D0D5-4F0C-9E19-7247EB83C8B7}"/>
          </ac:spMkLst>
        </pc:spChg>
        <pc:spChg chg="add">
          <ac:chgData name="Adriatico, Dundee B." userId="a207e8a9-124e-439f-89fd-9ad351d7d04c" providerId="ADAL" clId="{1782D908-4124-408E-8E70-BD4D334214AB}" dt="2026-02-20T20:37:10.740" v="153" actId="26606"/>
          <ac:spMkLst>
            <pc:docMk/>
            <pc:sldMk cId="0" sldId="272"/>
            <ac:spMk id="19" creationId="{081E4A58-353D-44AE-B2FC-2A74E2E400F7}"/>
          </ac:spMkLst>
        </pc:spChg>
        <pc:grpChg chg="add del">
          <ac:chgData name="Adriatico, Dundee B." userId="a207e8a9-124e-439f-89fd-9ad351d7d04c" providerId="ADAL" clId="{1782D908-4124-408E-8E70-BD4D334214AB}" dt="2026-02-20T20:37:10.740" v="153" actId="26606"/>
          <ac:grpSpMkLst>
            <pc:docMk/>
            <pc:sldMk cId="0" sldId="272"/>
            <ac:grpSpMk id="8" creationId="{26D12BCC-61D9-328E-F085-BB357865E89C}"/>
          </ac:grpSpMkLst>
        </pc:grpChg>
      </pc:sldChg>
      <pc:sldChg chg="del">
        <pc:chgData name="Adriatico, Dundee B." userId="a207e8a9-124e-439f-89fd-9ad351d7d04c" providerId="ADAL" clId="{1782D908-4124-408E-8E70-BD4D334214AB}" dt="2026-02-20T20:57:25.486" v="214" actId="47"/>
        <pc:sldMkLst>
          <pc:docMk/>
          <pc:sldMk cId="0" sldId="273"/>
        </pc:sldMkLst>
      </pc:sldChg>
      <pc:sldChg chg="del">
        <pc:chgData name="Adriatico, Dundee B." userId="a207e8a9-124e-439f-89fd-9ad351d7d04c" providerId="ADAL" clId="{1782D908-4124-408E-8E70-BD4D334214AB}" dt="2026-02-20T20:38:10.236" v="185" actId="47"/>
        <pc:sldMkLst>
          <pc:docMk/>
          <pc:sldMk cId="0" sldId="274"/>
        </pc:sldMkLst>
      </pc:sldChg>
      <pc:sldChg chg="addSp delSp modSp add mod setBg">
        <pc:chgData name="Adriatico, Dundee B." userId="a207e8a9-124e-439f-89fd-9ad351d7d04c" providerId="ADAL" clId="{1782D908-4124-408E-8E70-BD4D334214AB}" dt="2026-02-20T20:11:18.095" v="86" actId="207"/>
        <pc:sldMkLst>
          <pc:docMk/>
          <pc:sldMk cId="1535447696" sldId="275"/>
        </pc:sldMkLst>
        <pc:spChg chg="mod">
          <ac:chgData name="Adriatico, Dundee B." userId="a207e8a9-124e-439f-89fd-9ad351d7d04c" providerId="ADAL" clId="{1782D908-4124-408E-8E70-BD4D334214AB}" dt="2026-02-20T20:11:08.032" v="85" actId="255"/>
          <ac:spMkLst>
            <pc:docMk/>
            <pc:sldMk cId="1535447696" sldId="275"/>
            <ac:spMk id="2" creationId="{8A1BF266-AA25-1F1C-6AE7-79D2E5E34BAE}"/>
          </ac:spMkLst>
        </pc:spChg>
        <pc:spChg chg="del mod">
          <ac:chgData name="Adriatico, Dundee B." userId="a207e8a9-124e-439f-89fd-9ad351d7d04c" providerId="ADAL" clId="{1782D908-4124-408E-8E70-BD4D334214AB}" dt="2026-02-20T20:00:15.761" v="12" actId="21"/>
          <ac:spMkLst>
            <pc:docMk/>
            <pc:sldMk cId="1535447696" sldId="275"/>
            <ac:spMk id="3" creationId="{E0BD6748-56D3-1CE0-E06D-07829E01C789}"/>
          </ac:spMkLst>
        </pc:spChg>
        <pc:spChg chg="mod">
          <ac:chgData name="Adriatico, Dundee B." userId="a207e8a9-124e-439f-89fd-9ad351d7d04c" providerId="ADAL" clId="{1782D908-4124-408E-8E70-BD4D334214AB}" dt="2026-02-20T20:01:03.774" v="17" actId="20577"/>
          <ac:spMkLst>
            <pc:docMk/>
            <pc:sldMk cId="1535447696" sldId="275"/>
            <ac:spMk id="4" creationId="{A81C26A9-2576-FDD1-4796-BE63F9C4556F}"/>
          </ac:spMkLst>
        </pc:spChg>
        <pc:spChg chg="mod">
          <ac:chgData name="Adriatico, Dundee B." userId="a207e8a9-124e-439f-89fd-9ad351d7d04c" providerId="ADAL" clId="{1782D908-4124-408E-8E70-BD4D334214AB}" dt="2026-02-20T20:00:42.343" v="13" actId="26606"/>
          <ac:spMkLst>
            <pc:docMk/>
            <pc:sldMk cId="1535447696" sldId="275"/>
            <ac:spMk id="5" creationId="{5B1E4676-FB02-DAAD-21F9-8F50F4279CC9}"/>
          </ac:spMkLst>
        </pc:spChg>
        <pc:spChg chg="add del mod">
          <ac:chgData name="Adriatico, Dundee B." userId="a207e8a9-124e-439f-89fd-9ad351d7d04c" providerId="ADAL" clId="{1782D908-4124-408E-8E70-BD4D334214AB}" dt="2026-02-20T20:11:18.095" v="86" actId="207"/>
          <ac:spMkLst>
            <pc:docMk/>
            <pc:sldMk cId="1535447696" sldId="275"/>
            <ac:spMk id="6" creationId="{E0BD6748-56D3-1CE0-E06D-07829E01C789}"/>
          </ac:spMkLst>
        </pc:spChg>
        <pc:grpChg chg="add">
          <ac:chgData name="Adriatico, Dundee B." userId="a207e8a9-124e-439f-89fd-9ad351d7d04c" providerId="ADAL" clId="{1782D908-4124-408E-8E70-BD4D334214AB}" dt="2026-02-20T20:00:42.343" v="13" actId="26606"/>
          <ac:grpSpMkLst>
            <pc:docMk/>
            <pc:sldMk cId="1535447696" sldId="275"/>
            <ac:grpSpMk id="10" creationId="{8CDD169D-D9EF-76C0-E5E2-AF3CB399BE30}"/>
          </ac:grpSpMkLst>
        </pc:grpChg>
      </pc:sldChg>
      <pc:sldChg chg="addSp delSp modSp add del mod ord setBg">
        <pc:chgData name="Adriatico, Dundee B." userId="a207e8a9-124e-439f-89fd-9ad351d7d04c" providerId="ADAL" clId="{1782D908-4124-408E-8E70-BD4D334214AB}" dt="2026-02-20T20:13:44.446" v="118" actId="47"/>
        <pc:sldMkLst>
          <pc:docMk/>
          <pc:sldMk cId="2019576033" sldId="276"/>
        </pc:sldMkLst>
        <pc:spChg chg="mod">
          <ac:chgData name="Adriatico, Dundee B." userId="a207e8a9-124e-439f-89fd-9ad351d7d04c" providerId="ADAL" clId="{1782D908-4124-408E-8E70-BD4D334214AB}" dt="2026-02-20T20:12:17.679" v="93" actId="26606"/>
          <ac:spMkLst>
            <pc:docMk/>
            <pc:sldMk cId="2019576033" sldId="276"/>
            <ac:spMk id="2" creationId="{287FB1FC-FD3A-7C83-979C-2566F1413B5E}"/>
          </ac:spMkLst>
        </pc:spChg>
        <pc:spChg chg="add del mod">
          <ac:chgData name="Adriatico, Dundee B." userId="a207e8a9-124e-439f-89fd-9ad351d7d04c" providerId="ADAL" clId="{1782D908-4124-408E-8E70-BD4D334214AB}" dt="2026-02-20T20:12:17.679" v="93" actId="26606"/>
          <ac:spMkLst>
            <pc:docMk/>
            <pc:sldMk cId="2019576033" sldId="276"/>
            <ac:spMk id="3" creationId="{118BBBF1-1126-5254-6ADC-A9B7F44E67A6}"/>
          </ac:spMkLst>
        </pc:spChg>
        <pc:spChg chg="add del">
          <ac:chgData name="Adriatico, Dundee B." userId="a207e8a9-124e-439f-89fd-9ad351d7d04c" providerId="ADAL" clId="{1782D908-4124-408E-8E70-BD4D334214AB}" dt="2026-02-20T20:12:17.679" v="93" actId="26606"/>
          <ac:spMkLst>
            <pc:docMk/>
            <pc:sldMk cId="2019576033" sldId="276"/>
            <ac:spMk id="15" creationId="{1BB867FF-FC45-48F7-8104-F89BE54909F1}"/>
          </ac:spMkLst>
        </pc:spChg>
        <pc:spChg chg="add del">
          <ac:chgData name="Adriatico, Dundee B." userId="a207e8a9-124e-439f-89fd-9ad351d7d04c" providerId="ADAL" clId="{1782D908-4124-408E-8E70-BD4D334214AB}" dt="2026-02-20T20:12:17.679" v="93" actId="26606"/>
          <ac:spMkLst>
            <pc:docMk/>
            <pc:sldMk cId="2019576033" sldId="276"/>
            <ac:spMk id="17" creationId="{8BB56887-D0D5-4F0C-9E19-7247EB83C8B7}"/>
          </ac:spMkLst>
        </pc:spChg>
        <pc:spChg chg="add del">
          <ac:chgData name="Adriatico, Dundee B." userId="a207e8a9-124e-439f-89fd-9ad351d7d04c" providerId="ADAL" clId="{1782D908-4124-408E-8E70-BD4D334214AB}" dt="2026-02-20T20:12:17.679" v="93" actId="26606"/>
          <ac:spMkLst>
            <pc:docMk/>
            <pc:sldMk cId="2019576033" sldId="276"/>
            <ac:spMk id="19" creationId="{081E4A58-353D-44AE-B2FC-2A74E2E400F7}"/>
          </ac:spMkLst>
        </pc:spChg>
        <pc:grpChg chg="add del">
          <ac:chgData name="Adriatico, Dundee B." userId="a207e8a9-124e-439f-89fd-9ad351d7d04c" providerId="ADAL" clId="{1782D908-4124-408E-8E70-BD4D334214AB}" dt="2026-02-20T20:08:29.472" v="63" actId="26606"/>
          <ac:grpSpMkLst>
            <pc:docMk/>
            <pc:sldMk cId="2019576033" sldId="276"/>
            <ac:grpSpMk id="8" creationId="{26D12BCC-61D9-328E-F085-BB357865E89C}"/>
          </ac:grpSpMkLst>
        </pc:grpChg>
        <pc:grpChg chg="add del">
          <ac:chgData name="Adriatico, Dundee B." userId="a207e8a9-124e-439f-89fd-9ad351d7d04c" providerId="ADAL" clId="{1782D908-4124-408E-8E70-BD4D334214AB}" dt="2026-02-20T20:12:17.679" v="93" actId="26606"/>
          <ac:grpSpMkLst>
            <pc:docMk/>
            <pc:sldMk cId="2019576033" sldId="276"/>
            <ac:grpSpMk id="24" creationId="{26D12BCC-61D9-328E-F085-BB357865E89C}"/>
          </ac:grpSpMkLst>
        </pc:grpChg>
      </pc:sldChg>
      <pc:sldChg chg="new del">
        <pc:chgData name="Adriatico, Dundee B." userId="a207e8a9-124e-439f-89fd-9ad351d7d04c" providerId="ADAL" clId="{1782D908-4124-408E-8E70-BD4D334214AB}" dt="2026-02-20T20:01:55.063" v="24" actId="47"/>
        <pc:sldMkLst>
          <pc:docMk/>
          <pc:sldMk cId="1767237124" sldId="277"/>
        </pc:sldMkLst>
      </pc:sldChg>
      <pc:sldChg chg="new del">
        <pc:chgData name="Adriatico, Dundee B." userId="a207e8a9-124e-439f-89fd-9ad351d7d04c" providerId="ADAL" clId="{1782D908-4124-408E-8E70-BD4D334214AB}" dt="2026-02-20T20:04:18.609" v="58" actId="47"/>
        <pc:sldMkLst>
          <pc:docMk/>
          <pc:sldMk cId="3308213183" sldId="277"/>
        </pc:sldMkLst>
      </pc:sldChg>
      <pc:sldChg chg="addSp delSp modSp add mod setBg">
        <pc:chgData name="Adriatico, Dundee B." userId="a207e8a9-124e-439f-89fd-9ad351d7d04c" providerId="ADAL" clId="{1782D908-4124-408E-8E70-BD4D334214AB}" dt="2026-02-20T20:04:13.174" v="56" actId="1076"/>
        <pc:sldMkLst>
          <pc:docMk/>
          <pc:sldMk cId="4157748167" sldId="278"/>
        </pc:sldMkLst>
        <pc:spChg chg="add del">
          <ac:chgData name="Adriatico, Dundee B." userId="a207e8a9-124e-439f-89fd-9ad351d7d04c" providerId="ADAL" clId="{1782D908-4124-408E-8E70-BD4D334214AB}" dt="2026-02-20T20:02:34.968" v="36" actId="478"/>
          <ac:spMkLst>
            <pc:docMk/>
            <pc:sldMk cId="4157748167" sldId="278"/>
            <ac:spMk id="2" creationId="{2E270622-A244-DDB9-20CB-56D8806CCCC4}"/>
          </ac:spMkLst>
        </pc:spChg>
        <pc:spChg chg="add del">
          <ac:chgData name="Adriatico, Dundee B." userId="a207e8a9-124e-439f-89fd-9ad351d7d04c" providerId="ADAL" clId="{1782D908-4124-408E-8E70-BD4D334214AB}" dt="2026-02-20T20:02:34.968" v="36" actId="478"/>
          <ac:spMkLst>
            <pc:docMk/>
            <pc:sldMk cId="4157748167" sldId="278"/>
            <ac:spMk id="3" creationId="{57B128B9-2C6A-BE35-1ABB-C448182E3290}"/>
          </ac:spMkLst>
        </pc:spChg>
        <pc:spChg chg="mod">
          <ac:chgData name="Adriatico, Dundee B." userId="a207e8a9-124e-439f-89fd-9ad351d7d04c" providerId="ADAL" clId="{1782D908-4124-408E-8E70-BD4D334214AB}" dt="2026-02-20T20:02:54.333" v="37" actId="26606"/>
          <ac:spMkLst>
            <pc:docMk/>
            <pc:sldMk cId="4157748167" sldId="278"/>
            <ac:spMk id="4" creationId="{8688E780-7A90-2EB9-9C50-08CDC868D36F}"/>
          </ac:spMkLst>
        </pc:spChg>
        <pc:spChg chg="add del">
          <ac:chgData name="Adriatico, Dundee B." userId="a207e8a9-124e-439f-89fd-9ad351d7d04c" providerId="ADAL" clId="{1782D908-4124-408E-8E70-BD4D334214AB}" dt="2026-02-20T20:02:34.968" v="36" actId="478"/>
          <ac:spMkLst>
            <pc:docMk/>
            <pc:sldMk cId="4157748167" sldId="278"/>
            <ac:spMk id="5" creationId="{4462F2D1-AA2D-4ED5-86D9-728F9A91EFE1}"/>
          </ac:spMkLst>
        </pc:spChg>
        <pc:spChg chg="add del mod">
          <ac:chgData name="Adriatico, Dundee B." userId="a207e8a9-124e-439f-89fd-9ad351d7d04c" providerId="ADAL" clId="{1782D908-4124-408E-8E70-BD4D334214AB}" dt="2026-02-20T20:03:33.875" v="46" actId="120"/>
          <ac:spMkLst>
            <pc:docMk/>
            <pc:sldMk cId="4157748167" sldId="278"/>
            <ac:spMk id="6" creationId="{42161966-1143-8B69-E021-987077CE9631}"/>
          </ac:spMkLst>
        </pc:spChg>
        <pc:spChg chg="add del">
          <ac:chgData name="Adriatico, Dundee B." userId="a207e8a9-124e-439f-89fd-9ad351d7d04c" providerId="ADAL" clId="{1782D908-4124-408E-8E70-BD4D334214AB}" dt="2026-02-20T20:02:34.968" v="36" actId="478"/>
          <ac:spMkLst>
            <pc:docMk/>
            <pc:sldMk cId="4157748167" sldId="278"/>
            <ac:spMk id="7" creationId="{E5A98A0E-1803-1C97-4257-31F77D16EAE7}"/>
          </ac:spMkLst>
        </pc:spChg>
        <pc:spChg chg="add del mod">
          <ac:chgData name="Adriatico, Dundee B." userId="a207e8a9-124e-439f-89fd-9ad351d7d04c" providerId="ADAL" clId="{1782D908-4124-408E-8E70-BD4D334214AB}" dt="2026-02-20T20:03:46.033" v="49" actId="1076"/>
          <ac:spMkLst>
            <pc:docMk/>
            <pc:sldMk cId="4157748167" sldId="278"/>
            <ac:spMk id="8" creationId="{F1D84AAC-A21C-6220-A096-1B9FEA205C0B}"/>
          </ac:spMkLst>
        </pc:spChg>
        <pc:spChg chg="add mod">
          <ac:chgData name="Adriatico, Dundee B." userId="a207e8a9-124e-439f-89fd-9ad351d7d04c" providerId="ADAL" clId="{1782D908-4124-408E-8E70-BD4D334214AB}" dt="2026-02-20T20:04:08.560" v="55" actId="1076"/>
          <ac:spMkLst>
            <pc:docMk/>
            <pc:sldMk cId="4157748167" sldId="278"/>
            <ac:spMk id="9" creationId="{6474D5EE-1760-FB5F-4F74-59E7CAD57740}"/>
          </ac:spMkLst>
        </pc:spChg>
        <pc:spChg chg="add mod">
          <ac:chgData name="Adriatico, Dundee B." userId="a207e8a9-124e-439f-89fd-9ad351d7d04c" providerId="ADAL" clId="{1782D908-4124-408E-8E70-BD4D334214AB}" dt="2026-02-20T20:04:13.174" v="56" actId="1076"/>
          <ac:spMkLst>
            <pc:docMk/>
            <pc:sldMk cId="4157748167" sldId="278"/>
            <ac:spMk id="10" creationId="{BDCA5575-2BDC-8C55-DF95-A737D22831BD}"/>
          </ac:spMkLst>
        </pc:spChg>
        <pc:spChg chg="add">
          <ac:chgData name="Adriatico, Dundee B." userId="a207e8a9-124e-439f-89fd-9ad351d7d04c" providerId="ADAL" clId="{1782D908-4124-408E-8E70-BD4D334214AB}" dt="2026-02-20T20:02:54.333" v="37" actId="26606"/>
          <ac:spMkLst>
            <pc:docMk/>
            <pc:sldMk cId="4157748167" sldId="278"/>
            <ac:spMk id="13" creationId="{D507FF4D-437C-D7BF-6F24-44F86D668D46}"/>
          </ac:spMkLst>
        </pc:spChg>
        <pc:spChg chg="add">
          <ac:chgData name="Adriatico, Dundee B." userId="a207e8a9-124e-439f-89fd-9ad351d7d04c" providerId="ADAL" clId="{1782D908-4124-408E-8E70-BD4D334214AB}" dt="2026-02-20T20:02:54.333" v="37" actId="26606"/>
          <ac:spMkLst>
            <pc:docMk/>
            <pc:sldMk cId="4157748167" sldId="278"/>
            <ac:spMk id="15" creationId="{400C5776-6710-4578-81A6-75E383CADCCB}"/>
          </ac:spMkLst>
        </pc:spChg>
      </pc:sldChg>
      <pc:sldChg chg="new del">
        <pc:chgData name="Adriatico, Dundee B." userId="a207e8a9-124e-439f-89fd-9ad351d7d04c" providerId="ADAL" clId="{1782D908-4124-408E-8E70-BD4D334214AB}" dt="2026-02-20T20:08:36.722" v="65" actId="47"/>
        <pc:sldMkLst>
          <pc:docMk/>
          <pc:sldMk cId="3486198745" sldId="279"/>
        </pc:sldMkLst>
      </pc:sldChg>
      <pc:sldChg chg="add del setBg">
        <pc:chgData name="Adriatico, Dundee B." userId="a207e8a9-124e-439f-89fd-9ad351d7d04c" providerId="ADAL" clId="{1782D908-4124-408E-8E70-BD4D334214AB}" dt="2026-02-20T20:04:16.409" v="57" actId="47"/>
        <pc:sldMkLst>
          <pc:docMk/>
          <pc:sldMk cId="3643913995" sldId="279"/>
        </pc:sldMkLst>
      </pc:sldChg>
      <pc:sldChg chg="addSp modSp add mod setBg">
        <pc:chgData name="Adriatico, Dundee B." userId="a207e8a9-124e-439f-89fd-9ad351d7d04c" providerId="ADAL" clId="{1782D908-4124-408E-8E70-BD4D334214AB}" dt="2026-02-20T20:08:25.632" v="62" actId="26606"/>
        <pc:sldMkLst>
          <pc:docMk/>
          <pc:sldMk cId="940352184" sldId="280"/>
        </pc:sldMkLst>
        <pc:spChg chg="mod">
          <ac:chgData name="Adriatico, Dundee B." userId="a207e8a9-124e-439f-89fd-9ad351d7d04c" providerId="ADAL" clId="{1782D908-4124-408E-8E70-BD4D334214AB}" dt="2026-02-20T20:08:25.632" v="62" actId="26606"/>
          <ac:spMkLst>
            <pc:docMk/>
            <pc:sldMk cId="940352184" sldId="280"/>
            <ac:spMk id="2" creationId="{B62DE279-577E-2512-21DA-5B86D1C6329F}"/>
          </ac:spMkLst>
        </pc:spChg>
        <pc:spChg chg="mod">
          <ac:chgData name="Adriatico, Dundee B." userId="a207e8a9-124e-439f-89fd-9ad351d7d04c" providerId="ADAL" clId="{1782D908-4124-408E-8E70-BD4D334214AB}" dt="2026-02-20T20:08:25.632" v="62" actId="26606"/>
          <ac:spMkLst>
            <pc:docMk/>
            <pc:sldMk cId="940352184" sldId="280"/>
            <ac:spMk id="3" creationId="{7BA37B36-0885-74C2-548C-A1BE366354BD}"/>
          </ac:spMkLst>
        </pc:spChg>
        <pc:spChg chg="add">
          <ac:chgData name="Adriatico, Dundee B." userId="a207e8a9-124e-439f-89fd-9ad351d7d04c" providerId="ADAL" clId="{1782D908-4124-408E-8E70-BD4D334214AB}" dt="2026-02-20T20:08:25.632" v="62" actId="26606"/>
          <ac:spMkLst>
            <pc:docMk/>
            <pc:sldMk cId="940352184" sldId="280"/>
            <ac:spMk id="8" creationId="{1BB867FF-FC45-48F7-8104-F89BE54909F1}"/>
          </ac:spMkLst>
        </pc:spChg>
        <pc:spChg chg="add">
          <ac:chgData name="Adriatico, Dundee B." userId="a207e8a9-124e-439f-89fd-9ad351d7d04c" providerId="ADAL" clId="{1782D908-4124-408E-8E70-BD4D334214AB}" dt="2026-02-20T20:08:25.632" v="62" actId="26606"/>
          <ac:spMkLst>
            <pc:docMk/>
            <pc:sldMk cId="940352184" sldId="280"/>
            <ac:spMk id="10" creationId="{8BB56887-D0D5-4F0C-9E19-7247EB83C8B7}"/>
          </ac:spMkLst>
        </pc:spChg>
        <pc:spChg chg="add">
          <ac:chgData name="Adriatico, Dundee B." userId="a207e8a9-124e-439f-89fd-9ad351d7d04c" providerId="ADAL" clId="{1782D908-4124-408E-8E70-BD4D334214AB}" dt="2026-02-20T20:08:25.632" v="62" actId="26606"/>
          <ac:spMkLst>
            <pc:docMk/>
            <pc:sldMk cId="940352184" sldId="280"/>
            <ac:spMk id="12" creationId="{081E4A58-353D-44AE-B2FC-2A74E2E400F7}"/>
          </ac:spMkLst>
        </pc:spChg>
      </pc:sldChg>
      <pc:sldChg chg="addSp delSp modSp add mod setBg delDesignElem">
        <pc:chgData name="Adriatico, Dundee B." userId="a207e8a9-124e-439f-89fd-9ad351d7d04c" providerId="ADAL" clId="{1782D908-4124-408E-8E70-BD4D334214AB}" dt="2026-02-20T20:10:07.138" v="80" actId="1076"/>
        <pc:sldMkLst>
          <pc:docMk/>
          <pc:sldMk cId="2132047067" sldId="281"/>
        </pc:sldMkLst>
        <pc:spChg chg="mod">
          <ac:chgData name="Adriatico, Dundee B." userId="a207e8a9-124e-439f-89fd-9ad351d7d04c" providerId="ADAL" clId="{1782D908-4124-408E-8E70-BD4D334214AB}" dt="2026-02-20T20:09:08.432" v="70" actId="27636"/>
          <ac:spMkLst>
            <pc:docMk/>
            <pc:sldMk cId="2132047067" sldId="281"/>
            <ac:spMk id="2" creationId="{45DCD7B0-3965-B54B-B96A-BC84145882CB}"/>
          </ac:spMkLst>
        </pc:spChg>
        <pc:spChg chg="mod">
          <ac:chgData name="Adriatico, Dundee B." userId="a207e8a9-124e-439f-89fd-9ad351d7d04c" providerId="ADAL" clId="{1782D908-4124-408E-8E70-BD4D334214AB}" dt="2026-02-20T20:09:49.174" v="76" actId="15"/>
          <ac:spMkLst>
            <pc:docMk/>
            <pc:sldMk cId="2132047067" sldId="281"/>
            <ac:spMk id="3" creationId="{15CC90C5-342E-1541-320C-B14D1D5F3EDA}"/>
          </ac:spMkLst>
        </pc:spChg>
        <pc:spChg chg="add del">
          <ac:chgData name="Adriatico, Dundee B." userId="a207e8a9-124e-439f-89fd-9ad351d7d04c" providerId="ADAL" clId="{1782D908-4124-408E-8E70-BD4D334214AB}" dt="2026-02-20T20:09:58.709" v="78" actId="22"/>
          <ac:spMkLst>
            <pc:docMk/>
            <pc:sldMk cId="2132047067" sldId="281"/>
            <ac:spMk id="5" creationId="{E22E2FB1-8C94-C91A-E021-C6780F309545}"/>
          </ac:spMkLst>
        </pc:spChg>
        <pc:spChg chg="add mod">
          <ac:chgData name="Adriatico, Dundee B." userId="a207e8a9-124e-439f-89fd-9ad351d7d04c" providerId="ADAL" clId="{1782D908-4124-408E-8E70-BD4D334214AB}" dt="2026-02-20T20:10:07.138" v="80" actId="1076"/>
          <ac:spMkLst>
            <pc:docMk/>
            <pc:sldMk cId="2132047067" sldId="281"/>
            <ac:spMk id="6" creationId="{19026755-9CCB-D7A2-33EA-7ADD956B67F0}"/>
          </ac:spMkLst>
        </pc:spChg>
        <pc:spChg chg="del">
          <ac:chgData name="Adriatico, Dundee B." userId="a207e8a9-124e-439f-89fd-9ad351d7d04c" providerId="ADAL" clId="{1782D908-4124-408E-8E70-BD4D334214AB}" dt="2026-02-20T20:08:56.580" v="68"/>
          <ac:spMkLst>
            <pc:docMk/>
            <pc:sldMk cId="2132047067" sldId="281"/>
            <ac:spMk id="8" creationId="{B7EFC827-5658-7675-51E3-4D4B8A4CD686}"/>
          </ac:spMkLst>
        </pc:spChg>
        <pc:spChg chg="del">
          <ac:chgData name="Adriatico, Dundee B." userId="a207e8a9-124e-439f-89fd-9ad351d7d04c" providerId="ADAL" clId="{1782D908-4124-408E-8E70-BD4D334214AB}" dt="2026-02-20T20:08:56.580" v="68"/>
          <ac:spMkLst>
            <pc:docMk/>
            <pc:sldMk cId="2132047067" sldId="281"/>
            <ac:spMk id="10" creationId="{EFD7D6C2-ACD2-C061-5DBA-5944A16ED7AA}"/>
          </ac:spMkLst>
        </pc:spChg>
        <pc:spChg chg="del">
          <ac:chgData name="Adriatico, Dundee B." userId="a207e8a9-124e-439f-89fd-9ad351d7d04c" providerId="ADAL" clId="{1782D908-4124-408E-8E70-BD4D334214AB}" dt="2026-02-20T20:08:56.580" v="68"/>
          <ac:spMkLst>
            <pc:docMk/>
            <pc:sldMk cId="2132047067" sldId="281"/>
            <ac:spMk id="12" creationId="{3104A130-2C5D-45F3-7B8B-FA36A05E9DDB}"/>
          </ac:spMkLst>
        </pc:spChg>
      </pc:sldChg>
      <pc:sldChg chg="delSp modSp add mod setBg delDesignElem">
        <pc:chgData name="Adriatico, Dundee B." userId="a207e8a9-124e-439f-89fd-9ad351d7d04c" providerId="ADAL" clId="{1782D908-4124-408E-8E70-BD4D334214AB}" dt="2026-02-20T20:34:00.163" v="129"/>
        <pc:sldMkLst>
          <pc:docMk/>
          <pc:sldMk cId="565193441" sldId="282"/>
        </pc:sldMkLst>
        <pc:spChg chg="mod">
          <ac:chgData name="Adriatico, Dundee B." userId="a207e8a9-124e-439f-89fd-9ad351d7d04c" providerId="ADAL" clId="{1782D908-4124-408E-8E70-BD4D334214AB}" dt="2026-02-20T20:33:21.194" v="124"/>
          <ac:spMkLst>
            <pc:docMk/>
            <pc:sldMk cId="565193441" sldId="282"/>
            <ac:spMk id="4" creationId="{53BDA847-C8EC-B61B-11F3-AC443E395F4E}"/>
          </ac:spMkLst>
        </pc:spChg>
        <pc:spChg chg="mod">
          <ac:chgData name="Adriatico, Dundee B." userId="a207e8a9-124e-439f-89fd-9ad351d7d04c" providerId="ADAL" clId="{1782D908-4124-408E-8E70-BD4D334214AB}" dt="2026-02-20T20:33:49.962" v="128"/>
          <ac:spMkLst>
            <pc:docMk/>
            <pc:sldMk cId="565193441" sldId="282"/>
            <ac:spMk id="6" creationId="{DC917EA0-278C-9F86-18A7-70D5C8113670}"/>
          </ac:spMkLst>
        </pc:spChg>
        <pc:spChg chg="mod">
          <ac:chgData name="Adriatico, Dundee B." userId="a207e8a9-124e-439f-89fd-9ad351d7d04c" providerId="ADAL" clId="{1782D908-4124-408E-8E70-BD4D334214AB}" dt="2026-02-20T20:34:00.163" v="129"/>
          <ac:spMkLst>
            <pc:docMk/>
            <pc:sldMk cId="565193441" sldId="282"/>
            <ac:spMk id="8" creationId="{13D3353D-B944-7166-DB22-87BF54A557BF}"/>
          </ac:spMkLst>
        </pc:spChg>
        <pc:spChg chg="mod">
          <ac:chgData name="Adriatico, Dundee B." userId="a207e8a9-124e-439f-89fd-9ad351d7d04c" providerId="ADAL" clId="{1782D908-4124-408E-8E70-BD4D334214AB}" dt="2026-02-20T20:33:37.630" v="127" actId="121"/>
          <ac:spMkLst>
            <pc:docMk/>
            <pc:sldMk cId="565193441" sldId="282"/>
            <ac:spMk id="9" creationId="{CB9054F1-1C16-DADE-A2A4-49DCCB7C469F}"/>
          </ac:spMkLst>
        </pc:spChg>
        <pc:spChg chg="mod">
          <ac:chgData name="Adriatico, Dundee B." userId="a207e8a9-124e-439f-89fd-9ad351d7d04c" providerId="ADAL" clId="{1782D908-4124-408E-8E70-BD4D334214AB}" dt="2026-02-20T20:33:33.555" v="126"/>
          <ac:spMkLst>
            <pc:docMk/>
            <pc:sldMk cId="565193441" sldId="282"/>
            <ac:spMk id="10" creationId="{D3E6E152-5466-9C98-8062-21165FD4E7D5}"/>
          </ac:spMkLst>
        </pc:spChg>
        <pc:spChg chg="del">
          <ac:chgData name="Adriatico, Dundee B." userId="a207e8a9-124e-439f-89fd-9ad351d7d04c" providerId="ADAL" clId="{1782D908-4124-408E-8E70-BD4D334214AB}" dt="2026-02-20T20:33:14.797" v="123"/>
          <ac:spMkLst>
            <pc:docMk/>
            <pc:sldMk cId="565193441" sldId="282"/>
            <ac:spMk id="13" creationId="{A36D302C-8141-6B8C-ADD5-669EFC36F381}"/>
          </ac:spMkLst>
        </pc:spChg>
        <pc:spChg chg="del">
          <ac:chgData name="Adriatico, Dundee B." userId="a207e8a9-124e-439f-89fd-9ad351d7d04c" providerId="ADAL" clId="{1782D908-4124-408E-8E70-BD4D334214AB}" dt="2026-02-20T20:33:14.797" v="123"/>
          <ac:spMkLst>
            <pc:docMk/>
            <pc:sldMk cId="565193441" sldId="282"/>
            <ac:spMk id="15" creationId="{5EC0D71B-C312-A650-1AEB-0EAFD903C8F2}"/>
          </ac:spMkLst>
        </pc:spChg>
      </pc:sldChg>
      <pc:sldChg chg="addSp delSp add del setBg delDesignElem">
        <pc:chgData name="Adriatico, Dundee B." userId="a207e8a9-124e-439f-89fd-9ad351d7d04c" providerId="ADAL" clId="{1782D908-4124-408E-8E70-BD4D334214AB}" dt="2026-02-20T20:12:07.027" v="91"/>
        <pc:sldMkLst>
          <pc:docMk/>
          <pc:sldMk cId="1978485691" sldId="282"/>
        </pc:sldMkLst>
        <pc:grpChg chg="add del">
          <ac:chgData name="Adriatico, Dundee B." userId="a207e8a9-124e-439f-89fd-9ad351d7d04c" providerId="ADAL" clId="{1782D908-4124-408E-8E70-BD4D334214AB}" dt="2026-02-20T20:12:07.027" v="91"/>
          <ac:grpSpMkLst>
            <pc:docMk/>
            <pc:sldMk cId="1978485691" sldId="282"/>
            <ac:grpSpMk id="10" creationId="{DBCB85CA-94D9-2FD4-7491-2F1343983E0A}"/>
          </ac:grpSpMkLst>
        </pc:grpChg>
      </pc:sldChg>
      <pc:sldChg chg="addSp delSp modSp add del mod ord setBg delDesignElem">
        <pc:chgData name="Adriatico, Dundee B." userId="a207e8a9-124e-439f-89fd-9ad351d7d04c" providerId="ADAL" clId="{1782D908-4124-408E-8E70-BD4D334214AB}" dt="2026-02-20T20:13:47.860" v="121" actId="47"/>
        <pc:sldMkLst>
          <pc:docMk/>
          <pc:sldMk cId="3755138458" sldId="282"/>
        </pc:sldMkLst>
        <pc:spChg chg="mod">
          <ac:chgData name="Adriatico, Dundee B." userId="a207e8a9-124e-439f-89fd-9ad351d7d04c" providerId="ADAL" clId="{1782D908-4124-408E-8E70-BD4D334214AB}" dt="2026-02-20T20:13:44.828" v="120" actId="26606"/>
          <ac:spMkLst>
            <pc:docMk/>
            <pc:sldMk cId="3755138458" sldId="282"/>
            <ac:spMk id="2" creationId="{0609E6C9-1588-1D87-DE3B-6B7D51783241}"/>
          </ac:spMkLst>
        </pc:spChg>
        <pc:spChg chg="mod">
          <ac:chgData name="Adriatico, Dundee B." userId="a207e8a9-124e-439f-89fd-9ad351d7d04c" providerId="ADAL" clId="{1782D908-4124-408E-8E70-BD4D334214AB}" dt="2026-02-20T20:13:44.828" v="120" actId="26606"/>
          <ac:spMkLst>
            <pc:docMk/>
            <pc:sldMk cId="3755138458" sldId="282"/>
            <ac:spMk id="3" creationId="{2201176D-5DEB-D45C-1149-DB7C97012DCE}"/>
          </ac:spMkLst>
        </pc:spChg>
        <pc:spChg chg="del">
          <ac:chgData name="Adriatico, Dundee B." userId="a207e8a9-124e-439f-89fd-9ad351d7d04c" providerId="ADAL" clId="{1782D908-4124-408E-8E70-BD4D334214AB}" dt="2026-02-20T20:12:20.209" v="95"/>
          <ac:spMkLst>
            <pc:docMk/>
            <pc:sldMk cId="3755138458" sldId="282"/>
            <ac:spMk id="15" creationId="{1D9F5D66-EBF9-FA1E-7115-C8292A061055}"/>
          </ac:spMkLst>
        </pc:spChg>
        <pc:spChg chg="del">
          <ac:chgData name="Adriatico, Dundee B." userId="a207e8a9-124e-439f-89fd-9ad351d7d04c" providerId="ADAL" clId="{1782D908-4124-408E-8E70-BD4D334214AB}" dt="2026-02-20T20:12:20.209" v="95"/>
          <ac:spMkLst>
            <pc:docMk/>
            <pc:sldMk cId="3755138458" sldId="282"/>
            <ac:spMk id="17" creationId="{5C1AD29C-71B6-096E-04E5-B831C7A6BFC6}"/>
          </ac:spMkLst>
        </pc:spChg>
        <pc:spChg chg="del">
          <ac:chgData name="Adriatico, Dundee B." userId="a207e8a9-124e-439f-89fd-9ad351d7d04c" providerId="ADAL" clId="{1782D908-4124-408E-8E70-BD4D334214AB}" dt="2026-02-20T20:12:20.209" v="95"/>
          <ac:spMkLst>
            <pc:docMk/>
            <pc:sldMk cId="3755138458" sldId="282"/>
            <ac:spMk id="19" creationId="{3CB0CF93-C1EB-C35F-1482-6924742DCC25}"/>
          </ac:spMkLst>
        </pc:spChg>
        <pc:grpChg chg="add del">
          <ac:chgData name="Adriatico, Dundee B." userId="a207e8a9-124e-439f-89fd-9ad351d7d04c" providerId="ADAL" clId="{1782D908-4124-408E-8E70-BD4D334214AB}" dt="2026-02-20T20:13:44.828" v="120" actId="26606"/>
          <ac:grpSpMkLst>
            <pc:docMk/>
            <pc:sldMk cId="3755138458" sldId="282"/>
            <ac:grpSpMk id="8" creationId="{626842FA-90AD-EEBD-ABE0-E9EF9A5D14D7}"/>
          </ac:grpSpMkLst>
        </pc:grpChg>
      </pc:sldChg>
      <pc:sldChg chg="addSp delSp add del setBg delDesignElem">
        <pc:chgData name="Adriatico, Dundee B." userId="a207e8a9-124e-439f-89fd-9ad351d7d04c" providerId="ADAL" clId="{1782D908-4124-408E-8E70-BD4D334214AB}" dt="2026-02-20T20:12:56.448" v="105"/>
        <pc:sldMkLst>
          <pc:docMk/>
          <pc:sldMk cId="1071864244" sldId="283"/>
        </pc:sldMkLst>
        <pc:grpChg chg="add del">
          <ac:chgData name="Adriatico, Dundee B." userId="a207e8a9-124e-439f-89fd-9ad351d7d04c" providerId="ADAL" clId="{1782D908-4124-408E-8E70-BD4D334214AB}" dt="2026-02-20T20:12:56.448" v="105"/>
          <ac:grpSpMkLst>
            <pc:docMk/>
            <pc:sldMk cId="1071864244" sldId="283"/>
            <ac:grpSpMk id="8" creationId="{90E5A697-5DFF-D464-0E3F-B01E4EC650D0}"/>
          </ac:grpSpMkLst>
        </pc:grpChg>
      </pc:sldChg>
      <pc:sldChg chg="addSp delSp add del setBg delDesignElem">
        <pc:chgData name="Adriatico, Dundee B." userId="a207e8a9-124e-439f-89fd-9ad351d7d04c" providerId="ADAL" clId="{1782D908-4124-408E-8E70-BD4D334214AB}" dt="2026-02-20T20:12:43.615" v="102"/>
        <pc:sldMkLst>
          <pc:docMk/>
          <pc:sldMk cId="1876150266" sldId="283"/>
        </pc:sldMkLst>
        <pc:grpChg chg="add del">
          <ac:chgData name="Adriatico, Dundee B." userId="a207e8a9-124e-439f-89fd-9ad351d7d04c" providerId="ADAL" clId="{1782D908-4124-408E-8E70-BD4D334214AB}" dt="2026-02-20T20:12:43.615" v="102"/>
          <ac:grpSpMkLst>
            <pc:docMk/>
            <pc:sldMk cId="1876150266" sldId="283"/>
            <ac:grpSpMk id="8" creationId="{31191500-E42F-127A-111E-0F379B90111D}"/>
          </ac:grpSpMkLst>
        </pc:grpChg>
      </pc:sldChg>
      <pc:sldChg chg="delSp modSp add mod setBg delDesignElem">
        <pc:chgData name="Adriatico, Dundee B." userId="a207e8a9-124e-439f-89fd-9ad351d7d04c" providerId="ADAL" clId="{1782D908-4124-408E-8E70-BD4D334214AB}" dt="2026-02-20T20:36:20.010" v="147" actId="1076"/>
        <pc:sldMkLst>
          <pc:docMk/>
          <pc:sldMk cId="3120125792" sldId="283"/>
        </pc:sldMkLst>
        <pc:spChg chg="mod">
          <ac:chgData name="Adriatico, Dundee B." userId="a207e8a9-124e-439f-89fd-9ad351d7d04c" providerId="ADAL" clId="{1782D908-4124-408E-8E70-BD4D334214AB}" dt="2026-02-20T20:36:20.010" v="147" actId="1076"/>
          <ac:spMkLst>
            <pc:docMk/>
            <pc:sldMk cId="3120125792" sldId="283"/>
            <ac:spMk id="2" creationId="{CC0635F7-CA59-1238-F1B2-C8A8305E7BF4}"/>
          </ac:spMkLst>
        </pc:spChg>
        <pc:spChg chg="del">
          <ac:chgData name="Adriatico, Dundee B." userId="a207e8a9-124e-439f-89fd-9ad351d7d04c" providerId="ADAL" clId="{1782D908-4124-408E-8E70-BD4D334214AB}" dt="2026-02-20T20:36:07.657" v="143" actId="478"/>
          <ac:spMkLst>
            <pc:docMk/>
            <pc:sldMk cId="3120125792" sldId="283"/>
            <ac:spMk id="4" creationId="{35271B6B-92A0-5185-712F-39106409D078}"/>
          </ac:spMkLst>
        </pc:spChg>
        <pc:spChg chg="del">
          <ac:chgData name="Adriatico, Dundee B." userId="a207e8a9-124e-439f-89fd-9ad351d7d04c" providerId="ADAL" clId="{1782D908-4124-408E-8E70-BD4D334214AB}" dt="2026-02-20T20:36:09.986" v="144" actId="478"/>
          <ac:spMkLst>
            <pc:docMk/>
            <pc:sldMk cId="3120125792" sldId="283"/>
            <ac:spMk id="5" creationId="{9B662811-C207-95D8-2483-34DE95E8E2E1}"/>
          </ac:spMkLst>
        </pc:spChg>
        <pc:spChg chg="del">
          <ac:chgData name="Adriatico, Dundee B." userId="a207e8a9-124e-439f-89fd-9ad351d7d04c" providerId="ADAL" clId="{1782D908-4124-408E-8E70-BD4D334214AB}" dt="2026-02-20T20:36:07.657" v="143" actId="478"/>
          <ac:spMkLst>
            <pc:docMk/>
            <pc:sldMk cId="3120125792" sldId="283"/>
            <ac:spMk id="6" creationId="{D22F7C19-6CED-4CCF-1A4B-4EF7365BDF79}"/>
          </ac:spMkLst>
        </pc:spChg>
        <pc:grpChg chg="del">
          <ac:chgData name="Adriatico, Dundee B." userId="a207e8a9-124e-439f-89fd-9ad351d7d04c" providerId="ADAL" clId="{1782D908-4124-408E-8E70-BD4D334214AB}" dt="2026-02-20T20:35:52.438" v="133"/>
          <ac:grpSpMkLst>
            <pc:docMk/>
            <pc:sldMk cId="3120125792" sldId="283"/>
            <ac:grpSpMk id="10" creationId="{DDF2176D-605C-951E-35E3-20E7E0D0D8E7}"/>
          </ac:grpSpMkLst>
        </pc:grpChg>
      </pc:sldChg>
      <pc:sldChg chg="delSp modSp add mod setBg delDesignElem">
        <pc:chgData name="Adriatico, Dundee B." userId="a207e8a9-124e-439f-89fd-9ad351d7d04c" providerId="ADAL" clId="{1782D908-4124-408E-8E70-BD4D334214AB}" dt="2026-02-20T20:38:07.860" v="184" actId="1076"/>
        <pc:sldMkLst>
          <pc:docMk/>
          <pc:sldMk cId="299913560" sldId="284"/>
        </pc:sldMkLst>
        <pc:spChg chg="mod">
          <ac:chgData name="Adriatico, Dundee B." userId="a207e8a9-124e-439f-89fd-9ad351d7d04c" providerId="ADAL" clId="{1782D908-4124-408E-8E70-BD4D334214AB}" dt="2026-02-20T20:37:29.870" v="168" actId="20577"/>
          <ac:spMkLst>
            <pc:docMk/>
            <pc:sldMk cId="299913560" sldId="284"/>
            <ac:spMk id="2" creationId="{3578C327-71A0-609B-ABA4-34A9D823D2C9}"/>
          </ac:spMkLst>
        </pc:spChg>
        <pc:spChg chg="mod">
          <ac:chgData name="Adriatico, Dundee B." userId="a207e8a9-124e-439f-89fd-9ad351d7d04c" providerId="ADAL" clId="{1782D908-4124-408E-8E70-BD4D334214AB}" dt="2026-02-20T20:37:50.387" v="180"/>
          <ac:spMkLst>
            <pc:docMk/>
            <pc:sldMk cId="299913560" sldId="284"/>
            <ac:spMk id="4" creationId="{890B2E8F-CD64-3303-12FF-94F19FFA13E3}"/>
          </ac:spMkLst>
        </pc:spChg>
        <pc:spChg chg="mod">
          <ac:chgData name="Adriatico, Dundee B." userId="a207e8a9-124e-439f-89fd-9ad351d7d04c" providerId="ADAL" clId="{1782D908-4124-408E-8E70-BD4D334214AB}" dt="2026-02-20T20:38:07.860" v="184" actId="1076"/>
          <ac:spMkLst>
            <pc:docMk/>
            <pc:sldMk cId="299913560" sldId="284"/>
            <ac:spMk id="5" creationId="{A7425DFD-1755-BFDB-BE14-66ACF379B566}"/>
          </ac:spMkLst>
        </pc:spChg>
        <pc:spChg chg="mod">
          <ac:chgData name="Adriatico, Dundee B." userId="a207e8a9-124e-439f-89fd-9ad351d7d04c" providerId="ADAL" clId="{1782D908-4124-408E-8E70-BD4D334214AB}" dt="2026-02-20T20:37:34.609" v="178" actId="20577"/>
          <ac:spMkLst>
            <pc:docMk/>
            <pc:sldMk cId="299913560" sldId="284"/>
            <ac:spMk id="6" creationId="{8D0AEF08-CB80-4822-5373-B01C255F03F7}"/>
          </ac:spMkLst>
        </pc:spChg>
        <pc:grpChg chg="del">
          <ac:chgData name="Adriatico, Dundee B." userId="a207e8a9-124e-439f-89fd-9ad351d7d04c" providerId="ADAL" clId="{1782D908-4124-408E-8E70-BD4D334214AB}" dt="2026-02-20T20:37:21.076" v="155"/>
          <ac:grpSpMkLst>
            <pc:docMk/>
            <pc:sldMk cId="299913560" sldId="284"/>
            <ac:grpSpMk id="10" creationId="{A9CEBC29-E7B8-35ED-B5D0-802945A0FCB7}"/>
          </ac:grpSpMkLst>
        </pc:grpChg>
      </pc:sldChg>
      <pc:sldChg chg="delSp modSp add mod setBg delDesignElem">
        <pc:chgData name="Adriatico, Dundee B." userId="a207e8a9-124e-439f-89fd-9ad351d7d04c" providerId="ADAL" clId="{1782D908-4124-408E-8E70-BD4D334214AB}" dt="2026-02-20T20:55:53.995" v="198"/>
        <pc:sldMkLst>
          <pc:docMk/>
          <pc:sldMk cId="1360988323" sldId="285"/>
        </pc:sldMkLst>
        <pc:spChg chg="mod">
          <ac:chgData name="Adriatico, Dundee B." userId="a207e8a9-124e-439f-89fd-9ad351d7d04c" providerId="ADAL" clId="{1782D908-4124-408E-8E70-BD4D334214AB}" dt="2026-02-20T20:55:38.609" v="197"/>
          <ac:spMkLst>
            <pc:docMk/>
            <pc:sldMk cId="1360988323" sldId="285"/>
            <ac:spMk id="2" creationId="{5C40687B-0E8E-A7E5-CC4A-21376825B72F}"/>
          </ac:spMkLst>
        </pc:spChg>
        <pc:spChg chg="mod">
          <ac:chgData name="Adriatico, Dundee B." userId="a207e8a9-124e-439f-89fd-9ad351d7d04c" providerId="ADAL" clId="{1782D908-4124-408E-8E70-BD4D334214AB}" dt="2026-02-20T20:55:53.995" v="198"/>
          <ac:spMkLst>
            <pc:docMk/>
            <pc:sldMk cId="1360988323" sldId="285"/>
            <ac:spMk id="3" creationId="{398DC7F0-E138-9E89-AACF-2334167C21F5}"/>
          </ac:spMkLst>
        </pc:spChg>
        <pc:spChg chg="del">
          <ac:chgData name="Adriatico, Dundee B." userId="a207e8a9-124e-439f-89fd-9ad351d7d04c" providerId="ADAL" clId="{1782D908-4124-408E-8E70-BD4D334214AB}" dt="2026-02-20T20:55:30.823" v="196"/>
          <ac:spMkLst>
            <pc:docMk/>
            <pc:sldMk cId="1360988323" sldId="285"/>
            <ac:spMk id="15" creationId="{AB36CE31-9297-19BD-F36C-38857CAFB362}"/>
          </ac:spMkLst>
        </pc:spChg>
        <pc:spChg chg="del">
          <ac:chgData name="Adriatico, Dundee B." userId="a207e8a9-124e-439f-89fd-9ad351d7d04c" providerId="ADAL" clId="{1782D908-4124-408E-8E70-BD4D334214AB}" dt="2026-02-20T20:55:30.823" v="196"/>
          <ac:spMkLst>
            <pc:docMk/>
            <pc:sldMk cId="1360988323" sldId="285"/>
            <ac:spMk id="17" creationId="{4F787053-9C21-19A5-9BBC-B877704F777D}"/>
          </ac:spMkLst>
        </pc:spChg>
        <pc:spChg chg="del">
          <ac:chgData name="Adriatico, Dundee B." userId="a207e8a9-124e-439f-89fd-9ad351d7d04c" providerId="ADAL" clId="{1782D908-4124-408E-8E70-BD4D334214AB}" dt="2026-02-20T20:55:30.823" v="196"/>
          <ac:spMkLst>
            <pc:docMk/>
            <pc:sldMk cId="1360988323" sldId="285"/>
            <ac:spMk id="19" creationId="{39BC087B-5B0C-F3EA-CCDC-8B4D26A17E80}"/>
          </ac:spMkLst>
        </pc:spChg>
      </pc:sldChg>
      <pc:sldChg chg="delSp modSp add mod setBg delDesignElem">
        <pc:chgData name="Adriatico, Dundee B." userId="a207e8a9-124e-439f-89fd-9ad351d7d04c" providerId="ADAL" clId="{1782D908-4124-408E-8E70-BD4D334214AB}" dt="2026-02-20T20:57:20.497" v="213" actId="2711"/>
        <pc:sldMkLst>
          <pc:docMk/>
          <pc:sldMk cId="2189765346" sldId="286"/>
        </pc:sldMkLst>
        <pc:spChg chg="mod">
          <ac:chgData name="Adriatico, Dundee B." userId="a207e8a9-124e-439f-89fd-9ad351d7d04c" providerId="ADAL" clId="{1782D908-4124-408E-8E70-BD4D334214AB}" dt="2026-02-20T20:56:14.443" v="202"/>
          <ac:spMkLst>
            <pc:docMk/>
            <pc:sldMk cId="2189765346" sldId="286"/>
            <ac:spMk id="4" creationId="{47C22844-58C1-B4C8-818D-CA5BE588B05E}"/>
          </ac:spMkLst>
        </pc:spChg>
        <pc:spChg chg="mod">
          <ac:chgData name="Adriatico, Dundee B." userId="a207e8a9-124e-439f-89fd-9ad351d7d04c" providerId="ADAL" clId="{1782D908-4124-408E-8E70-BD4D334214AB}" dt="2026-02-20T20:57:13.493" v="211" actId="14100"/>
          <ac:spMkLst>
            <pc:docMk/>
            <pc:sldMk cId="2189765346" sldId="286"/>
            <ac:spMk id="6" creationId="{86463386-8830-B594-0323-7BFA4EFD13FC}"/>
          </ac:spMkLst>
        </pc:spChg>
        <pc:spChg chg="mod">
          <ac:chgData name="Adriatico, Dundee B." userId="a207e8a9-124e-439f-89fd-9ad351d7d04c" providerId="ADAL" clId="{1782D908-4124-408E-8E70-BD4D334214AB}" dt="2026-02-20T20:57:20.497" v="213" actId="2711"/>
          <ac:spMkLst>
            <pc:docMk/>
            <pc:sldMk cId="2189765346" sldId="286"/>
            <ac:spMk id="8" creationId="{8F858B2E-4F82-4127-7FA3-56E4B8BF1081}"/>
          </ac:spMkLst>
        </pc:spChg>
        <pc:spChg chg="mod">
          <ac:chgData name="Adriatico, Dundee B." userId="a207e8a9-124e-439f-89fd-9ad351d7d04c" providerId="ADAL" clId="{1782D908-4124-408E-8E70-BD4D334214AB}" dt="2026-02-20T20:56:41.106" v="206" actId="1076"/>
          <ac:spMkLst>
            <pc:docMk/>
            <pc:sldMk cId="2189765346" sldId="286"/>
            <ac:spMk id="9" creationId="{E95182C2-8E9A-F0A5-1D97-B7D2B0940740}"/>
          </ac:spMkLst>
        </pc:spChg>
        <pc:spChg chg="mod">
          <ac:chgData name="Adriatico, Dundee B." userId="a207e8a9-124e-439f-89fd-9ad351d7d04c" providerId="ADAL" clId="{1782D908-4124-408E-8E70-BD4D334214AB}" dt="2026-02-20T20:56:33.724" v="204"/>
          <ac:spMkLst>
            <pc:docMk/>
            <pc:sldMk cId="2189765346" sldId="286"/>
            <ac:spMk id="10" creationId="{DE189FA1-E561-8A68-D55D-3B878718109E}"/>
          </ac:spMkLst>
        </pc:spChg>
        <pc:spChg chg="del">
          <ac:chgData name="Adriatico, Dundee B." userId="a207e8a9-124e-439f-89fd-9ad351d7d04c" providerId="ADAL" clId="{1782D908-4124-408E-8E70-BD4D334214AB}" dt="2026-02-20T20:56:07.566" v="201"/>
          <ac:spMkLst>
            <pc:docMk/>
            <pc:sldMk cId="2189765346" sldId="286"/>
            <ac:spMk id="13" creationId="{2F34F71C-D92D-2DD5-EDFB-154E94874C92}"/>
          </ac:spMkLst>
        </pc:spChg>
        <pc:spChg chg="del">
          <ac:chgData name="Adriatico, Dundee B." userId="a207e8a9-124e-439f-89fd-9ad351d7d04c" providerId="ADAL" clId="{1782D908-4124-408E-8E70-BD4D334214AB}" dt="2026-02-20T20:56:07.566" v="201"/>
          <ac:spMkLst>
            <pc:docMk/>
            <pc:sldMk cId="2189765346" sldId="286"/>
            <ac:spMk id="15" creationId="{AE9A88E5-A31E-A027-CFE2-C6BE7BA07CA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7556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91932-20B9-B995-1843-8FDB63B48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402FAA-8297-DA32-A235-3928AF4986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7D54B-D4BA-B6C6-B8C3-D4E17EEE55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905AC-EB80-E673-1E21-6D9CFFAB68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901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268FF-E23F-A0C5-09BF-9AC6526E4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C22F08-BB4A-2238-1650-B804035F3A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11116B-38CD-9D30-64E8-D2D49BAD25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D14DB-3AE2-501B-9174-C550DB0081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78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3374A-0E1E-F8BE-E9FC-DCA4E32C9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0E62AB-5F7F-6E4C-F7A8-1ECD5305B3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FC693D-89A8-BB3F-EE59-59722BF5AA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E9FFA-6304-2437-96CC-A46983EDC9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214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532BE-66AE-95F0-17F4-648F94ECD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024621-571B-E37E-DF4F-BD66F08457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26D341-FC37-166B-4474-A27AEC75EE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13491-995E-923A-F608-5F53A3B1A8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514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D2011-6BB2-9C1D-60AA-14C8F47BE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AAFE12-0173-F0F8-9ECB-BD0CC63449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5F76E-4CA5-D951-783D-E01CEBD0F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AEDC8-7E5A-C145-7B24-C865031E9D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0615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993C2-0DD3-FDF4-7BD9-EB56D0D9F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9432F1-FCF6-D327-56C8-E47D08D2F2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CB3F5D-C67C-D355-9F56-AA2115C390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3B996-6424-9D86-D7E2-132D32B9C1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1122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2F98C-7D74-C2F3-4A06-67EEF9A07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E00904-0526-CB51-4027-01485F7AA1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E234D-8053-C004-5179-183A4F5DE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B3AE5-D0B2-D684-EC23-8655A284F2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344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4C330-5C7E-46D5-907C-3432A0B02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65E4BE-B720-5BF5-5FE4-32D71FE635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AB736B-1B1F-C6FA-47E6-A2A1F5890B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95F34-8BF6-0E48-8020-0067DDF41D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6136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8C47A-B6D1-8D9B-761E-63F2434D7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F54A4D-29FD-493D-6539-C7757D84F9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B23588-10FC-14C5-0F69-0D3195FBB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A9420-1945-B949-97B1-5F63D12D35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85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53BD0-0D11-CF61-4DF5-FCE490992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591682-A6F7-FEB0-4D6B-ECA82E06E4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15CEF2-AF56-F7D6-EBDB-C4880C4E3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776C3-4C94-F362-8865-6BCE3FF8A3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652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F0C9F6-BB7B-18C5-F888-17DDCCB3C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A1BF266-AA25-1F1C-6AE7-79D2E5E34BAE}"/>
              </a:ext>
            </a:extLst>
          </p:cNvPr>
          <p:cNvSpPr/>
          <p:nvPr/>
        </p:nvSpPr>
        <p:spPr>
          <a:xfrm>
            <a:off x="2075568" y="931047"/>
            <a:ext cx="4995893" cy="178944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EMS Work-Related Exposure Forecasting</a:t>
            </a:r>
            <a:endParaRPr lang="en-US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81C26A9-2576-FDD1-4796-BE63F9C4556F}"/>
              </a:ext>
            </a:extLst>
          </p:cNvPr>
          <p:cNvSpPr/>
          <p:nvPr/>
        </p:nvSpPr>
        <p:spPr>
          <a:xfrm>
            <a:off x="2057401" y="2970282"/>
            <a:ext cx="5036770" cy="11059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Dundee Adriatico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CDD169D-D9EF-76C0-E5E2-AF3CB399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5053288"/>
            <a:ext cx="9155399" cy="92522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0C11A61-5FF9-ABB4-D6A8-E2420D9FC7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C0D1B6C-CE1F-818D-CB3D-07FBCDBFFA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3">
            <a:extLst>
              <a:ext uri="{FF2B5EF4-FFF2-40B4-BE49-F238E27FC236}">
                <a16:creationId xmlns:a16="http://schemas.microsoft.com/office/drawing/2014/main" id="{5B1E4676-FB02-DAAD-21F9-8F50F4279CC9}"/>
              </a:ext>
            </a:extLst>
          </p:cNvPr>
          <p:cNvSpPr/>
          <p:nvPr/>
        </p:nvSpPr>
        <p:spPr>
          <a:xfrm>
            <a:off x="4129641" y="3762375"/>
            <a:ext cx="8847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February 2026</a:t>
            </a:r>
            <a:endParaRPr lang="en-US" sz="105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E0BD6748-56D3-1CE0-E06D-07829E01C789}"/>
              </a:ext>
            </a:extLst>
          </p:cNvPr>
          <p:cNvSpPr/>
          <p:nvPr/>
        </p:nvSpPr>
        <p:spPr>
          <a:xfrm>
            <a:off x="2306770" y="2718495"/>
            <a:ext cx="453045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4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Midterm Demo • CSIS 4495 • Riipen Project</a:t>
            </a:r>
            <a:endParaRPr lang="en-US" sz="14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447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2936CD-FE65-DDD7-A851-10F7E9BEF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0"/>
            <a:ext cx="851299" cy="35849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287FB1FC-FD3A-7C83-979C-2566F1413B5E}"/>
              </a:ext>
            </a:extLst>
          </p:cNvPr>
          <p:cNvSpPr/>
          <p:nvPr/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Overview</a:t>
            </a: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416783" y="1637417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18BBBF1-1126-5254-6ADC-A9B7F44E67A6}"/>
              </a:ext>
            </a:extLst>
          </p:cNvPr>
          <p:cNvSpPr/>
          <p:nvPr/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Focus: Work-related exposures among EMS staff (blood, body fluids, hazards)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Problem: High injury risk during unpredictable workload periods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Current state: Managers identify issues after exposures occur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Goal: Build predictive tool for weekly exposures 2-4 weeks ahead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576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2464B1-7E93-6239-A1C8-C98BBE2BD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nt">
            <a:extLst>
              <a:ext uri="{FF2B5EF4-FFF2-40B4-BE49-F238E27FC236}">
                <a16:creationId xmlns:a16="http://schemas.microsoft.com/office/drawing/2014/main" id="{D507FF4D-437C-D7BF-6F24-44F86D668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37" y="0"/>
            <a:ext cx="9144837" cy="51435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00C5776-6710-4578-81A6-75E383CAD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7928" cy="5143500"/>
          </a:xfrm>
          <a:prstGeom prst="rect">
            <a:avLst/>
          </a:prstGeom>
          <a:ln>
            <a:noFill/>
          </a:ln>
          <a:effectLst>
            <a:outerShdw blurRad="381000" dist="63500" sx="98000" sy="98000" algn="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688E780-7A90-2EB9-9C50-08CDC868D36F}"/>
              </a:ext>
            </a:extLst>
          </p:cNvPr>
          <p:cNvSpPr/>
          <p:nvPr/>
        </p:nvSpPr>
        <p:spPr>
          <a:xfrm>
            <a:off x="576072" y="576072"/>
            <a:ext cx="6954751" cy="27530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This Matters</a:t>
            </a:r>
            <a:endParaRPr lang="en-US" sz="4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2161966-1143-8B69-E021-987077CE9631}"/>
              </a:ext>
            </a:extLst>
          </p:cNvPr>
          <p:cNvSpPr/>
          <p:nvPr/>
        </p:nvSpPr>
        <p:spPr>
          <a:xfrm>
            <a:off x="3863341" y="1697665"/>
            <a:ext cx="2349391" cy="1019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kern="1200" dirty="0">
                <a:latin typeface="+mn-lt"/>
                <a:ea typeface="+mn-ea"/>
                <a:cs typeface="+mn-cs"/>
              </a:rPr>
              <a:t>EMS workers face 4x higher injury rates than general population (8.6 per 100 FTE)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1D84AAC-A21C-6220-A096-1B9FEA205C0B}"/>
              </a:ext>
            </a:extLst>
          </p:cNvPr>
          <p:cNvSpPr/>
          <p:nvPr/>
        </p:nvSpPr>
        <p:spPr>
          <a:xfrm>
            <a:off x="3963680" y="3333439"/>
            <a:ext cx="275447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Proactive staffing and safety measures before high-risk periods begin</a:t>
            </a:r>
            <a:endParaRPr lang="en-US" sz="16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474D5EE-1760-FB5F-4F74-59E7CAD57740}"/>
              </a:ext>
            </a:extLst>
          </p:cNvPr>
          <p:cNvSpPr/>
          <p:nvPr/>
        </p:nvSpPr>
        <p:spPr>
          <a:xfrm>
            <a:off x="1370554" y="1774864"/>
            <a:ext cx="234939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Challenge</a:t>
            </a:r>
            <a:endParaRPr lang="en-US" sz="2100" dirty="0">
              <a:solidFill>
                <a:schemeClr val="accent5"/>
              </a:solidFill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BDCA5575-2BDC-8C55-DF95-A737D22831BD}"/>
              </a:ext>
            </a:extLst>
          </p:cNvPr>
          <p:cNvSpPr/>
          <p:nvPr/>
        </p:nvSpPr>
        <p:spPr>
          <a:xfrm>
            <a:off x="1704056" y="3293636"/>
            <a:ext cx="234939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Impact</a:t>
            </a:r>
            <a:endParaRPr lang="en-US" sz="21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7748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122A74-18C9-7768-496D-4A53BB9B7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0"/>
            <a:ext cx="851299" cy="35849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62DE279-577E-2512-21DA-5B86D1C6329F}"/>
              </a:ext>
            </a:extLst>
          </p:cNvPr>
          <p:cNvSpPr/>
          <p:nvPr/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Pipeline Architecture</a:t>
            </a:r>
            <a:endParaRPr lang="en-US" sz="4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416783" y="1637417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BA37B36-0885-74C2-548C-A1BE366354BD}"/>
              </a:ext>
            </a:extLst>
          </p:cNvPr>
          <p:cNvSpPr/>
          <p:nvPr/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Source: NEMSIS National EMS Database via SQL Server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Tables: PCR_Events, FACTPCRWorkRelatedExposure, FACTPCR time data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Scale: Tens of millions of records, ~90K rows for January 2024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Processing: Staging table connected to Jupyter for analysis</a:t>
            </a:r>
          </a:p>
        </p:txBody>
      </p:sp>
    </p:spTree>
    <p:extLst>
      <p:ext uri="{BB962C8B-B14F-4D97-AF65-F5344CB8AC3E}">
        <p14:creationId xmlns:p14="http://schemas.microsoft.com/office/powerpoint/2010/main" val="940352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0"/>
            <a:ext cx="851299" cy="35849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Constraints Discovered</a:t>
            </a:r>
            <a:endParaRPr lang="en-US" sz="4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416783" y="1637417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Hospital admit time (eOutcome11) unusable: coded "Not Applicable" for exposures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Provider injury details not available nationally (state-level only)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Solution: Using FACTPCR operational timestamps for time series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Scope: Focus on when exposures occur, not specific injury mechanisms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68FBF-518E-C82A-B150-C10D51724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5DCD7B0-3965-B54B-B96A-BC84145882CB}"/>
              </a:ext>
            </a:extLst>
          </p:cNvPr>
          <p:cNvSpPr/>
          <p:nvPr/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Work-Related Exposure Classification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5CC90C5-342E-1541-320C-B14D1D5F3EDA}"/>
              </a:ext>
            </a:extLst>
          </p:cNvPr>
          <p:cNvSpPr/>
          <p:nvPr/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Key NEMSIS Codes</a:t>
            </a:r>
          </a:p>
          <a:p>
            <a:pPr marL="800100" lvl="1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9923003 = "Yes" (work-related exposure) ← Target outcome</a:t>
            </a:r>
            <a:endParaRPr lang="en-US" sz="1350" dirty="0"/>
          </a:p>
          <a:p>
            <a:pPr marL="800100" lvl="1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9923001 = "No" (no exposure)</a:t>
            </a:r>
            <a:endParaRPr lang="en-US" sz="1350" dirty="0"/>
          </a:p>
          <a:p>
            <a:pPr marL="800100" lvl="1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latin typeface="Arial" pitchFamily="34" charset="0"/>
                <a:ea typeface="Arial" pitchFamily="34" charset="-122"/>
                <a:cs typeface="Arial" pitchFamily="34" charset="-120"/>
              </a:rPr>
              <a:t>7701001 / 7701003 = Not Applicable / Not Recorded (filtered out)</a:t>
            </a:r>
            <a:endParaRPr lang="en-US" sz="13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9026755-9CCB-D7A2-33EA-7ADD956B67F0}"/>
              </a:ext>
            </a:extLst>
          </p:cNvPr>
          <p:cNvSpPr/>
          <p:nvPr/>
        </p:nvSpPr>
        <p:spPr>
          <a:xfrm>
            <a:off x="841248" y="3141371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volume: ~20,000 exposure events for 2024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32047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0"/>
            <a:ext cx="851299" cy="35849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Building the Time Series</a:t>
            </a:r>
            <a:endParaRPr lang="en-US" sz="4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416783" y="1637417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Joining "Yes" exposure records with FACTPCR operational times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Aggregating to weekly exposure counts for 2024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Pipeline in progress: full join and aggregation underway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Current prototype: Synthetic baseline mimicking realistic patterns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34CB8-C67E-7935-0C75-529F770E5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53BDA847-C8EC-B61B-11F3-AC443E395F4E}"/>
              </a:ext>
            </a:extLst>
          </p:cNvPr>
          <p:cNvSpPr/>
          <p:nvPr/>
        </p:nvSpPr>
        <p:spPr>
          <a:xfrm>
            <a:off x="576072" y="576072"/>
            <a:ext cx="6954751" cy="27530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Product-First Approach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C917EA0-278C-9F86-18A7-70D5C8113670}"/>
              </a:ext>
            </a:extLst>
          </p:cNvPr>
          <p:cNvSpPr/>
          <p:nvPr/>
        </p:nvSpPr>
        <p:spPr>
          <a:xfrm>
            <a:off x="3863341" y="1697665"/>
            <a:ext cx="2349391" cy="1019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kern="1200" dirty="0">
                <a:latin typeface="+mn-lt"/>
                <a:ea typeface="+mn-ea"/>
                <a:cs typeface="+mn-cs"/>
              </a:rPr>
              <a:t>Model-agnostic architecture: app works regardless of forecasting method used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3D3353D-B944-7166-DB22-87BF54A557BF}"/>
              </a:ext>
            </a:extLst>
          </p:cNvPr>
          <p:cNvSpPr/>
          <p:nvPr/>
        </p:nvSpPr>
        <p:spPr>
          <a:xfrm>
            <a:off x="3963680" y="3333439"/>
            <a:ext cx="275447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Real data and final model selection based on signal strength in complete series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B9054F1-1C16-DADE-A2A4-49DCCB7C469F}"/>
              </a:ext>
            </a:extLst>
          </p:cNvPr>
          <p:cNvSpPr/>
          <p:nvPr/>
        </p:nvSpPr>
        <p:spPr>
          <a:xfrm>
            <a:off x="1370554" y="1774864"/>
            <a:ext cx="234939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20"/>
              </a:lnSpc>
              <a:buNone/>
            </a:pPr>
            <a:r>
              <a:rPr lang="en-US" sz="21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Philosophy</a:t>
            </a: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D3E6E152-5466-9C98-8062-21165FD4E7D5}"/>
              </a:ext>
            </a:extLst>
          </p:cNvPr>
          <p:cNvSpPr/>
          <p:nvPr/>
        </p:nvSpPr>
        <p:spPr>
          <a:xfrm>
            <a:off x="1704056" y="3293636"/>
            <a:ext cx="234939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565193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0D202-77EE-E9FA-408E-003031A6C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C0635F7-CA59-1238-F1B2-C8A8305E7BF4}"/>
              </a:ext>
            </a:extLst>
          </p:cNvPr>
          <p:cNvSpPr/>
          <p:nvPr/>
        </p:nvSpPr>
        <p:spPr>
          <a:xfrm>
            <a:off x="1896813" y="1295432"/>
            <a:ext cx="4995893" cy="178944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EMS Forecasting App Demo</a:t>
            </a:r>
            <a:endParaRPr lang="en-US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20125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580CF-708F-23FF-F3CF-77C0DB4DC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C40687B-0E8E-A7E5-CC4A-21376825B72F}"/>
              </a:ext>
            </a:extLst>
          </p:cNvPr>
          <p:cNvSpPr/>
          <p:nvPr/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Three-Layer Architecture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98DC7F0-E138-9E89-AACF-2334167C21F5}"/>
              </a:ext>
            </a:extLst>
          </p:cNvPr>
          <p:cNvSpPr/>
          <p:nvPr/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Data Layer: SQL Server → </a:t>
            </a:r>
            <a:r>
              <a:rPr lang="en-US" dirty="0" err="1"/>
              <a:t>Jupyter</a:t>
            </a:r>
            <a:r>
              <a:rPr lang="en-US" dirty="0"/>
              <a:t> pipeline for NEMSIS data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Model Layer: Baseline forecaster (SARIMA/Prophet when ready)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Application Layer: </a:t>
            </a:r>
            <a:r>
              <a:rPr lang="en-US" dirty="0" err="1"/>
              <a:t>Streamlit</a:t>
            </a:r>
            <a:r>
              <a:rPr lang="en-US" dirty="0"/>
              <a:t> interface with manager-friendly outputs</a:t>
            </a:r>
          </a:p>
        </p:txBody>
      </p:sp>
    </p:spTree>
    <p:extLst>
      <p:ext uri="{BB962C8B-B14F-4D97-AF65-F5344CB8AC3E}">
        <p14:creationId xmlns:p14="http://schemas.microsoft.com/office/powerpoint/2010/main" val="1360988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650" y="665088"/>
            <a:ext cx="2558303" cy="37592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011065" y="655773"/>
            <a:ext cx="4720424" cy="37785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Designed and implemented exposure data pipeline from NEMSIS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Investigated and documented data limitations with NEMSIS team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Prototyped weekly forecasting workflow with synthetic baseline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Built functional </a:t>
            </a:r>
            <a:r>
              <a:rPr lang="en-US" dirty="0" err="1"/>
              <a:t>Streamlit</a:t>
            </a:r>
            <a:r>
              <a:rPr lang="en-US" dirty="0"/>
              <a:t> interface for EMS managers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26842FA-90AD-EEBD-ABE0-E9EF9A5D14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5053288"/>
            <a:ext cx="9155399" cy="92522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621AD8-9B7B-4C37-1CB2-16C6A6AA7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546A872-CF51-D0BD-D9F3-500F32EEB7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60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 0">
            <a:extLst>
              <a:ext uri="{FF2B5EF4-FFF2-40B4-BE49-F238E27FC236}">
                <a16:creationId xmlns:a16="http://schemas.microsoft.com/office/drawing/2014/main" id="{5B6E9557-1374-EA65-3E6C-D1258D0CE371}"/>
              </a:ext>
            </a:extLst>
          </p:cNvPr>
          <p:cNvSpPr/>
          <p:nvPr/>
        </p:nvSpPr>
        <p:spPr>
          <a:xfrm>
            <a:off x="539273" y="1875762"/>
            <a:ext cx="3283332" cy="994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Midterm Contributions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0"/>
            <a:ext cx="851299" cy="35849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Remaining Work</a:t>
            </a: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416783" y="1637417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Complete PCR-time join for all ~20K exposure records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Finalize 2024 weekly exposure time series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Assess signal strength and select optimal forecasting approach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Integrate full SARIMA and Prophet models based on data characteristics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86946-5F44-F9DF-A415-09B079BCA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47C22844-58C1-B4C8-818D-CA5BE588B05E}"/>
              </a:ext>
            </a:extLst>
          </p:cNvPr>
          <p:cNvSpPr/>
          <p:nvPr/>
        </p:nvSpPr>
        <p:spPr>
          <a:xfrm>
            <a:off x="576072" y="576072"/>
            <a:ext cx="6954751" cy="27530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Expected Impact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6463386-8830-B594-0323-7BFA4EFD13FC}"/>
              </a:ext>
            </a:extLst>
          </p:cNvPr>
          <p:cNvSpPr/>
          <p:nvPr/>
        </p:nvSpPr>
        <p:spPr>
          <a:xfrm>
            <a:off x="3863341" y="1491410"/>
            <a:ext cx="2956845" cy="101909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kern="1200" dirty="0">
                <a:latin typeface="+mn-lt"/>
                <a:ea typeface="+mn-ea"/>
                <a:cs typeface="+mn-cs"/>
              </a:rPr>
              <a:t>Early visibility into high-risk weeks enables proactive safety planning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F858B2E-4F82-4127-7FA3-56E4B8BF1081}"/>
              </a:ext>
            </a:extLst>
          </p:cNvPr>
          <p:cNvSpPr/>
          <p:nvPr/>
        </p:nvSpPr>
        <p:spPr>
          <a:xfrm>
            <a:off x="3963680" y="3333439"/>
            <a:ext cx="275447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dirty="0">
                <a:ea typeface="Arial" pitchFamily="34" charset="-122"/>
                <a:cs typeface="Arial" pitchFamily="34" charset="-120"/>
              </a:rPr>
              <a:t>Reduced exposure risk through optimized staffing and resources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95182C2-8E9A-F0A5-1D97-B7D2B0940740}"/>
              </a:ext>
            </a:extLst>
          </p:cNvPr>
          <p:cNvSpPr/>
          <p:nvPr/>
        </p:nvSpPr>
        <p:spPr>
          <a:xfrm>
            <a:off x="1123047" y="1752150"/>
            <a:ext cx="234939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20"/>
              </a:lnSpc>
              <a:buNone/>
            </a:pPr>
            <a:r>
              <a:rPr lang="en-US" sz="21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Managers</a:t>
            </a: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DE189FA1-E561-8A68-D55D-3B878718109E}"/>
              </a:ext>
            </a:extLst>
          </p:cNvPr>
          <p:cNvSpPr/>
          <p:nvPr/>
        </p:nvSpPr>
        <p:spPr>
          <a:xfrm>
            <a:off x="1704056" y="3293636"/>
            <a:ext cx="234939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EMS Staff</a:t>
            </a:r>
          </a:p>
        </p:txBody>
      </p:sp>
    </p:spTree>
    <p:extLst>
      <p:ext uri="{BB962C8B-B14F-4D97-AF65-F5344CB8AC3E}">
        <p14:creationId xmlns:p14="http://schemas.microsoft.com/office/powerpoint/2010/main" val="2189765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9A4F3-C1F2-6F86-8EA9-4ACE4DBB5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578C327-71A0-609B-ABA4-34A9D823D2C9}"/>
              </a:ext>
            </a:extLst>
          </p:cNvPr>
          <p:cNvSpPr/>
          <p:nvPr/>
        </p:nvSpPr>
        <p:spPr>
          <a:xfrm>
            <a:off x="2075568" y="931047"/>
            <a:ext cx="4995893" cy="178944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  <a:endParaRPr lang="en-US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90B2E8F-CD64-3303-12FF-94F19FFA13E3}"/>
              </a:ext>
            </a:extLst>
          </p:cNvPr>
          <p:cNvSpPr/>
          <p:nvPr/>
        </p:nvSpPr>
        <p:spPr>
          <a:xfrm>
            <a:off x="2057401" y="2970282"/>
            <a:ext cx="5036770" cy="11059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Dundee Adriatico • CSIS 4495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7425DFD-1755-BFDB-BE14-66ACF379B566}"/>
              </a:ext>
            </a:extLst>
          </p:cNvPr>
          <p:cNvSpPr/>
          <p:nvPr/>
        </p:nvSpPr>
        <p:spPr>
          <a:xfrm>
            <a:off x="2684760" y="3669060"/>
            <a:ext cx="377447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Riipen</a:t>
            </a: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 EMS Forecasting Project • Midterm Demo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8D0AEF08-CB80-4822-5373-B01C255F03F7}"/>
              </a:ext>
            </a:extLst>
          </p:cNvPr>
          <p:cNvSpPr/>
          <p:nvPr/>
        </p:nvSpPr>
        <p:spPr>
          <a:xfrm>
            <a:off x="2306770" y="2718495"/>
            <a:ext cx="453045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4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4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13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462</Words>
  <Application>Microsoft Office PowerPoint</Application>
  <PresentationFormat>On-screen Show (16:9)</PresentationFormat>
  <Paragraphs>80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Adriatico, Dundee B.</cp:lastModifiedBy>
  <cp:revision>1</cp:revision>
  <dcterms:created xsi:type="dcterms:W3CDTF">2026-02-20T19:48:54Z</dcterms:created>
  <dcterms:modified xsi:type="dcterms:W3CDTF">2026-02-20T20:57:28Z</dcterms:modified>
</cp:coreProperties>
</file>