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D670A7-E3C3-4117-AFCE-F32EF58B749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ACF880DB-FC60-4104-A72F-B7AF010E9336}">
      <dgm:prSet phldrT="[Text]" phldr="0"/>
      <dgm:spPr/>
      <dgm:t>
        <a:bodyPr/>
        <a:lstStyle/>
        <a:p>
          <a:r>
            <a:rPr lang="en-CA" dirty="0">
              <a:latin typeface="Aptos" panose="020B0004020202020204" pitchFamily="34" charset="0"/>
            </a:rPr>
            <a:t>PSAP Call Received</a:t>
          </a:r>
        </a:p>
      </dgm:t>
    </dgm:pt>
    <dgm:pt modelId="{1A1CA299-9980-4A6D-9BE9-118C0917666A}" type="parTrans" cxnId="{47AFD72C-FDC3-4DC5-B3C2-39875EAF2108}">
      <dgm:prSet/>
      <dgm:spPr/>
      <dgm:t>
        <a:bodyPr/>
        <a:lstStyle/>
        <a:p>
          <a:endParaRPr lang="en-CA"/>
        </a:p>
      </dgm:t>
    </dgm:pt>
    <dgm:pt modelId="{AE3E9261-F974-47E4-B780-A25F1203DAB9}" type="sibTrans" cxnId="{47AFD72C-FDC3-4DC5-B3C2-39875EAF2108}">
      <dgm:prSet/>
      <dgm:spPr/>
      <dgm:t>
        <a:bodyPr/>
        <a:lstStyle/>
        <a:p>
          <a:endParaRPr lang="en-CA"/>
        </a:p>
      </dgm:t>
    </dgm:pt>
    <dgm:pt modelId="{C5E8F9A5-2B35-4A10-8A6F-AE52F7E0377F}">
      <dgm:prSet phldrT="[Text]" phldr="0"/>
      <dgm:spPr/>
      <dgm:t>
        <a:bodyPr/>
        <a:lstStyle/>
        <a:p>
          <a:r>
            <a:rPr lang="en-CA" dirty="0">
              <a:latin typeface="Aptos" panose="020B0004020202020204" pitchFamily="34" charset="0"/>
            </a:rPr>
            <a:t>Unit Acknowledges &amp; Start Moving</a:t>
          </a:r>
        </a:p>
      </dgm:t>
    </dgm:pt>
    <dgm:pt modelId="{787A8D86-6C5D-47EF-B912-B2F56F0AABFB}" type="parTrans" cxnId="{3947B64A-5B3D-4E15-966C-3DB5EF827844}">
      <dgm:prSet/>
      <dgm:spPr/>
      <dgm:t>
        <a:bodyPr/>
        <a:lstStyle/>
        <a:p>
          <a:endParaRPr lang="en-CA"/>
        </a:p>
      </dgm:t>
    </dgm:pt>
    <dgm:pt modelId="{F8D0404C-D984-4E90-AC2E-740597C28054}" type="sibTrans" cxnId="{3947B64A-5B3D-4E15-966C-3DB5EF827844}">
      <dgm:prSet/>
      <dgm:spPr/>
      <dgm:t>
        <a:bodyPr/>
        <a:lstStyle/>
        <a:p>
          <a:endParaRPr lang="en-CA"/>
        </a:p>
      </dgm:t>
    </dgm:pt>
    <dgm:pt modelId="{F7174A9B-0C6D-4B94-A9D7-BECB041EB4EE}">
      <dgm:prSet phldrT="[Text]" phldr="0"/>
      <dgm:spPr/>
      <dgm:t>
        <a:bodyPr/>
        <a:lstStyle/>
        <a:p>
          <a:r>
            <a:rPr lang="en-CA" dirty="0">
              <a:latin typeface="Aptos" panose="020B0004020202020204" pitchFamily="34" charset="0"/>
            </a:rPr>
            <a:t>Unit Arrives on Scene &amp; at Patient</a:t>
          </a:r>
        </a:p>
      </dgm:t>
    </dgm:pt>
    <dgm:pt modelId="{14D0DF79-4D62-4883-ACF1-4E6DCD4BC5A6}" type="parTrans" cxnId="{EB693A89-5B78-4B09-848C-F11CDF68F926}">
      <dgm:prSet/>
      <dgm:spPr/>
      <dgm:t>
        <a:bodyPr/>
        <a:lstStyle/>
        <a:p>
          <a:endParaRPr lang="en-CA"/>
        </a:p>
      </dgm:t>
    </dgm:pt>
    <dgm:pt modelId="{ACB1C9E2-44E5-4282-9477-194BE9682E27}" type="sibTrans" cxnId="{EB693A89-5B78-4B09-848C-F11CDF68F926}">
      <dgm:prSet/>
      <dgm:spPr/>
      <dgm:t>
        <a:bodyPr/>
        <a:lstStyle/>
        <a:p>
          <a:endParaRPr lang="en-CA"/>
        </a:p>
      </dgm:t>
    </dgm:pt>
    <dgm:pt modelId="{048A9527-97BA-4C48-8084-DC748B323039}">
      <dgm:prSet phldrT="[Text]" phldr="0"/>
      <dgm:spPr>
        <a:solidFill>
          <a:srgbClr val="00B050"/>
        </a:solidFill>
      </dgm:spPr>
      <dgm:t>
        <a:bodyPr/>
        <a:lstStyle/>
        <a:p>
          <a:r>
            <a:rPr lang="en-CA" dirty="0">
              <a:latin typeface="Aptos" panose="020B0004020202020204" pitchFamily="34" charset="0"/>
            </a:rPr>
            <a:t>Dispatch Notifies the Unit</a:t>
          </a:r>
        </a:p>
      </dgm:t>
    </dgm:pt>
    <dgm:pt modelId="{324885BA-4799-4A94-9CA5-853561BF536D}" type="parTrans" cxnId="{7E4AD78D-2CB0-48DC-8954-850E15611C3C}">
      <dgm:prSet/>
      <dgm:spPr/>
      <dgm:t>
        <a:bodyPr/>
        <a:lstStyle/>
        <a:p>
          <a:endParaRPr lang="en-CA"/>
        </a:p>
      </dgm:t>
    </dgm:pt>
    <dgm:pt modelId="{9B346A76-9B47-4E42-8223-3FDA08197071}" type="sibTrans" cxnId="{7E4AD78D-2CB0-48DC-8954-850E15611C3C}">
      <dgm:prSet/>
      <dgm:spPr/>
      <dgm:t>
        <a:bodyPr/>
        <a:lstStyle/>
        <a:p>
          <a:endParaRPr lang="en-CA"/>
        </a:p>
      </dgm:t>
    </dgm:pt>
    <dgm:pt modelId="{235D1C70-2EB8-462E-BEE9-796872F72272}">
      <dgm:prSet phldrT="[Text]" phldr="0"/>
      <dgm:spPr/>
      <dgm:t>
        <a:bodyPr/>
        <a:lstStyle/>
        <a:p>
          <a:r>
            <a:rPr lang="en-CA" dirty="0">
              <a:latin typeface="Aptos" panose="020B0004020202020204" pitchFamily="34" charset="0"/>
            </a:rPr>
            <a:t>On-scene Care &amp; Departure</a:t>
          </a:r>
        </a:p>
      </dgm:t>
    </dgm:pt>
    <dgm:pt modelId="{DBA8DB29-388E-43E0-B3CC-0B39FA7352DF}" type="parTrans" cxnId="{3B07145D-8A63-4AA6-897E-D02D1495B2F7}">
      <dgm:prSet/>
      <dgm:spPr/>
      <dgm:t>
        <a:bodyPr/>
        <a:lstStyle/>
        <a:p>
          <a:endParaRPr lang="en-CA"/>
        </a:p>
      </dgm:t>
    </dgm:pt>
    <dgm:pt modelId="{86D69573-3D18-42C2-BFC6-A20C8A4EDDB3}" type="sibTrans" cxnId="{3B07145D-8A63-4AA6-897E-D02D1495B2F7}">
      <dgm:prSet/>
      <dgm:spPr/>
      <dgm:t>
        <a:bodyPr/>
        <a:lstStyle/>
        <a:p>
          <a:endParaRPr lang="en-CA"/>
        </a:p>
      </dgm:t>
    </dgm:pt>
    <dgm:pt modelId="{9CADD6B8-583F-4606-BEA7-E9D915E1C1C0}">
      <dgm:prSet phldrT="[Text]" phldr="0"/>
      <dgm:spPr/>
      <dgm:t>
        <a:bodyPr/>
        <a:lstStyle/>
        <a:p>
          <a:r>
            <a:rPr lang="en-CA" dirty="0">
              <a:latin typeface="Aptos" panose="020B0004020202020204" pitchFamily="34" charset="0"/>
            </a:rPr>
            <a:t>Transport &amp; Arrival at Destination</a:t>
          </a:r>
        </a:p>
      </dgm:t>
    </dgm:pt>
    <dgm:pt modelId="{4FE01B70-127F-47B8-B55C-ADCFDB8D638C}" type="parTrans" cxnId="{1C232E17-350E-497B-8FBE-1F812F7BEE3F}">
      <dgm:prSet/>
      <dgm:spPr/>
      <dgm:t>
        <a:bodyPr/>
        <a:lstStyle/>
        <a:p>
          <a:endParaRPr lang="en-CA"/>
        </a:p>
      </dgm:t>
    </dgm:pt>
    <dgm:pt modelId="{6EF9F0B1-3B89-4ABB-8779-C48D2591B121}" type="sibTrans" cxnId="{1C232E17-350E-497B-8FBE-1F812F7BEE3F}">
      <dgm:prSet/>
      <dgm:spPr/>
      <dgm:t>
        <a:bodyPr/>
        <a:lstStyle/>
        <a:p>
          <a:endParaRPr lang="en-CA"/>
        </a:p>
      </dgm:t>
    </dgm:pt>
    <dgm:pt modelId="{75AF09E6-E153-4264-A31B-51CAADD7CBCA}">
      <dgm:prSet phldrT="[Text]" phldr="0"/>
      <dgm:spPr/>
      <dgm:t>
        <a:bodyPr/>
        <a:lstStyle/>
        <a:p>
          <a:r>
            <a:rPr lang="en-CA" dirty="0">
              <a:latin typeface="Aptos" panose="020B0004020202020204" pitchFamily="34" charset="0"/>
            </a:rPr>
            <a:t>Call Wrap-up</a:t>
          </a:r>
        </a:p>
      </dgm:t>
    </dgm:pt>
    <dgm:pt modelId="{256E6FD8-0880-4E0D-B952-402FC922A181}" type="parTrans" cxnId="{6A310836-5267-404B-B19F-4B4E93568420}">
      <dgm:prSet/>
      <dgm:spPr/>
      <dgm:t>
        <a:bodyPr/>
        <a:lstStyle/>
        <a:p>
          <a:endParaRPr lang="en-CA"/>
        </a:p>
      </dgm:t>
    </dgm:pt>
    <dgm:pt modelId="{DDB4A15A-03B5-4481-9562-1C3A52289AD9}" type="sibTrans" cxnId="{6A310836-5267-404B-B19F-4B4E93568420}">
      <dgm:prSet/>
      <dgm:spPr/>
      <dgm:t>
        <a:bodyPr/>
        <a:lstStyle/>
        <a:p>
          <a:endParaRPr lang="en-CA"/>
        </a:p>
      </dgm:t>
    </dgm:pt>
    <dgm:pt modelId="{6226BA74-ABEA-422C-8E2F-19CDEB7F5DF9}">
      <dgm:prSet phldrT="[Text]" phldr="0"/>
      <dgm:spPr/>
      <dgm:t>
        <a:bodyPr/>
        <a:lstStyle/>
        <a:p>
          <a:pPr>
            <a:buFont typeface="+mj-lt"/>
            <a:buNone/>
          </a:pPr>
          <a:r>
            <a:rPr lang="en-US" b="1" i="0" dirty="0">
              <a:latin typeface="Aptos" panose="020B0004020202020204" pitchFamily="34" charset="0"/>
            </a:rPr>
            <a:t>eTimes.01 </a:t>
          </a:r>
          <a:r>
            <a:rPr lang="en-US" b="0" i="0" dirty="0">
              <a:latin typeface="Aptos" panose="020B0004020202020204" pitchFamily="34" charset="0"/>
            </a:rPr>
            <a:t>– PSAP Call Date/Time (911 call rings requesting EMS).</a:t>
          </a:r>
          <a:endParaRPr lang="en-CA" dirty="0">
            <a:latin typeface="Aptos" panose="020B0004020202020204" pitchFamily="34" charset="0"/>
          </a:endParaRPr>
        </a:p>
      </dgm:t>
    </dgm:pt>
    <dgm:pt modelId="{3D4D50B6-2131-42AB-B0C1-175A610F4EF1}" type="parTrans" cxnId="{CD6F7052-4D84-4905-B894-7DA9B28F6C57}">
      <dgm:prSet/>
      <dgm:spPr/>
      <dgm:t>
        <a:bodyPr/>
        <a:lstStyle/>
        <a:p>
          <a:endParaRPr lang="en-CA"/>
        </a:p>
      </dgm:t>
    </dgm:pt>
    <dgm:pt modelId="{7865FF2E-4B34-4CB5-B7DE-571AB8DB1138}" type="sibTrans" cxnId="{CD6F7052-4D84-4905-B894-7DA9B28F6C57}">
      <dgm:prSet/>
      <dgm:spPr/>
      <dgm:t>
        <a:bodyPr/>
        <a:lstStyle/>
        <a:p>
          <a:endParaRPr lang="en-CA"/>
        </a:p>
      </dgm:t>
    </dgm:pt>
    <dgm:pt modelId="{B58E35B2-C1CF-4413-BA08-412DDE97E5CC}">
      <dgm:prSet phldrT="[Text]" phldr="0"/>
      <dgm:spPr/>
      <dgm:t>
        <a:bodyPr/>
        <a:lstStyle/>
        <a:p>
          <a:pPr>
            <a:buFont typeface="+mj-lt"/>
            <a:buNone/>
          </a:pPr>
          <a:r>
            <a:rPr lang="en-US" b="1" i="0" dirty="0">
              <a:latin typeface="Aptos" panose="020B0004020202020204" pitchFamily="34" charset="0"/>
            </a:rPr>
            <a:t>eTimes.04 </a:t>
          </a:r>
          <a:r>
            <a:rPr lang="en-US" b="0" i="0" dirty="0">
              <a:latin typeface="Aptos" panose="020B0004020202020204" pitchFamily="34" charset="0"/>
            </a:rPr>
            <a:t>– Dispatch Acknowledged Date/Time (if used).​</a:t>
          </a:r>
          <a:endParaRPr lang="en-CA" dirty="0">
            <a:latin typeface="Aptos" panose="020B0004020202020204" pitchFamily="34" charset="0"/>
          </a:endParaRPr>
        </a:p>
      </dgm:t>
    </dgm:pt>
    <dgm:pt modelId="{0945F598-CE0A-4D53-AE73-FC6D15D3D79C}" type="parTrans" cxnId="{71BC7BE0-B27A-4467-ABBD-9862755BDC5C}">
      <dgm:prSet/>
      <dgm:spPr/>
      <dgm:t>
        <a:bodyPr/>
        <a:lstStyle/>
        <a:p>
          <a:endParaRPr lang="en-CA"/>
        </a:p>
      </dgm:t>
    </dgm:pt>
    <dgm:pt modelId="{C6CF6007-2D42-4547-B043-36B47BC7C8D7}" type="sibTrans" cxnId="{71BC7BE0-B27A-4467-ABBD-9862755BDC5C}">
      <dgm:prSet/>
      <dgm:spPr/>
      <dgm:t>
        <a:bodyPr/>
        <a:lstStyle/>
        <a:p>
          <a:endParaRPr lang="en-CA"/>
        </a:p>
      </dgm:t>
    </dgm:pt>
    <dgm:pt modelId="{5E19C885-E9E7-437D-AED9-AF56B0E85A4B}">
      <dgm:prSet/>
      <dgm:spPr/>
      <dgm:t>
        <a:bodyPr/>
        <a:lstStyle/>
        <a:p>
          <a:pPr>
            <a:buFont typeface="+mj-lt"/>
            <a:buNone/>
          </a:pPr>
          <a:endParaRPr lang="en-CA" b="0" i="0" dirty="0">
            <a:latin typeface="Aptos" panose="020B0004020202020204" pitchFamily="34" charset="0"/>
          </a:endParaRPr>
        </a:p>
      </dgm:t>
    </dgm:pt>
    <dgm:pt modelId="{E74B6643-B676-4F0C-819A-D716328F96F0}" type="parTrans" cxnId="{FFF4B429-7891-4631-BADA-C208A96F4405}">
      <dgm:prSet/>
      <dgm:spPr/>
      <dgm:t>
        <a:bodyPr/>
        <a:lstStyle/>
        <a:p>
          <a:endParaRPr lang="en-CA"/>
        </a:p>
      </dgm:t>
    </dgm:pt>
    <dgm:pt modelId="{4122DE84-F205-44C9-88A1-13F0266B92B4}" type="sibTrans" cxnId="{FFF4B429-7891-4631-BADA-C208A96F4405}">
      <dgm:prSet/>
      <dgm:spPr/>
      <dgm:t>
        <a:bodyPr/>
        <a:lstStyle/>
        <a:p>
          <a:endParaRPr lang="en-CA"/>
        </a:p>
      </dgm:t>
    </dgm:pt>
    <dgm:pt modelId="{4F23344D-0632-4A89-B810-29083B86B2D1}">
      <dgm:prSet/>
      <dgm:spPr/>
      <dgm:t>
        <a:bodyPr/>
        <a:lstStyle/>
        <a:p>
          <a:pPr>
            <a:buNone/>
          </a:pPr>
          <a:endParaRPr lang="en-CA">
            <a:latin typeface="Aptos" panose="020B0004020202020204" pitchFamily="34" charset="0"/>
          </a:endParaRPr>
        </a:p>
      </dgm:t>
    </dgm:pt>
    <dgm:pt modelId="{C238F023-8AE2-4A94-8DA6-25FE9F01FF57}" type="parTrans" cxnId="{53029589-A26C-4509-B083-B6E725B2F16E}">
      <dgm:prSet/>
      <dgm:spPr/>
      <dgm:t>
        <a:bodyPr/>
        <a:lstStyle/>
        <a:p>
          <a:endParaRPr lang="en-CA"/>
        </a:p>
      </dgm:t>
    </dgm:pt>
    <dgm:pt modelId="{237A3047-3AF9-4B36-855E-CCE23EB0A3DE}" type="sibTrans" cxnId="{53029589-A26C-4509-B083-B6E725B2F16E}">
      <dgm:prSet/>
      <dgm:spPr/>
      <dgm:t>
        <a:bodyPr/>
        <a:lstStyle/>
        <a:p>
          <a:endParaRPr lang="en-CA"/>
        </a:p>
      </dgm:t>
    </dgm:pt>
    <dgm:pt modelId="{AC8A75A8-801C-4DF3-9B9D-1B826CE51078}">
      <dgm:prSet/>
      <dgm:spPr/>
      <dgm:t>
        <a:bodyPr/>
        <a:lstStyle/>
        <a:p>
          <a:pPr>
            <a:buFont typeface="+mj-lt"/>
            <a:buNone/>
          </a:pPr>
          <a:r>
            <a:rPr lang="en-CA" b="1" i="0" dirty="0">
              <a:latin typeface="Aptos" panose="020B0004020202020204" pitchFamily="34" charset="0"/>
            </a:rPr>
            <a:t>eTimes.05 </a:t>
          </a:r>
          <a:r>
            <a:rPr lang="en-CA" b="0" i="0" dirty="0">
              <a:latin typeface="Aptos" panose="020B0004020202020204" pitchFamily="34" charset="0"/>
            </a:rPr>
            <a:t>– Unit En Route Date/Time (vehicle starts moving).</a:t>
          </a:r>
        </a:p>
      </dgm:t>
    </dgm:pt>
    <dgm:pt modelId="{349C3B6E-4144-4F1D-9A97-3F38FAEA1856}" type="parTrans" cxnId="{A03F6F5D-4AA0-4CD0-81BF-7FA53BEB063E}">
      <dgm:prSet/>
      <dgm:spPr/>
      <dgm:t>
        <a:bodyPr/>
        <a:lstStyle/>
        <a:p>
          <a:endParaRPr lang="en-CA"/>
        </a:p>
      </dgm:t>
    </dgm:pt>
    <dgm:pt modelId="{3E8F5046-4D30-44E4-BBDA-02C5FB2F50EB}" type="sibTrans" cxnId="{A03F6F5D-4AA0-4CD0-81BF-7FA53BEB063E}">
      <dgm:prSet/>
      <dgm:spPr/>
      <dgm:t>
        <a:bodyPr/>
        <a:lstStyle/>
        <a:p>
          <a:endParaRPr lang="en-CA"/>
        </a:p>
      </dgm:t>
    </dgm:pt>
    <dgm:pt modelId="{EF70B901-8857-4B85-A95A-D05B44DBF84C}">
      <dgm:prSet phldrT="[Text]" phldr="0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1" i="0" dirty="0">
              <a:latin typeface="Aptos" panose="020B0004020202020204" pitchFamily="34" charset="0"/>
            </a:rPr>
            <a:t>eTimes.03 </a:t>
          </a:r>
          <a:r>
            <a:rPr lang="en-US" b="0" i="0" dirty="0">
              <a:latin typeface="Aptos" panose="020B0004020202020204" pitchFamily="34" charset="0"/>
            </a:rPr>
            <a:t>– Unit Notified by Dispatch Date/Time (</a:t>
          </a:r>
          <a:r>
            <a:rPr lang="en-US" b="0" i="0" dirty="0" err="1">
              <a:latin typeface="Aptos" panose="020B0004020202020204" pitchFamily="34" charset="0"/>
            </a:rPr>
            <a:t>EventTime_raw</a:t>
          </a:r>
          <a:r>
            <a:rPr lang="en-US" b="0" i="0" dirty="0">
              <a:latin typeface="Aptos" panose="020B0004020202020204" pitchFamily="34" charset="0"/>
            </a:rPr>
            <a:t>).</a:t>
          </a:r>
          <a:endParaRPr lang="en-CA" dirty="0">
            <a:latin typeface="Aptos" panose="020B0004020202020204" pitchFamily="34" charset="0"/>
          </a:endParaRPr>
        </a:p>
      </dgm:t>
    </dgm:pt>
    <dgm:pt modelId="{DF26B0B8-8FD3-4DD0-82BD-1951E3EBFD6E}" type="parTrans" cxnId="{8F651444-5E68-4811-90EE-07175D30604A}">
      <dgm:prSet/>
      <dgm:spPr/>
      <dgm:t>
        <a:bodyPr/>
        <a:lstStyle/>
        <a:p>
          <a:endParaRPr lang="en-CA"/>
        </a:p>
      </dgm:t>
    </dgm:pt>
    <dgm:pt modelId="{8BCEF82F-DCBF-4F07-A388-5A77D77E52F4}" type="sibTrans" cxnId="{8F651444-5E68-4811-90EE-07175D30604A}">
      <dgm:prSet/>
      <dgm:spPr/>
      <dgm:t>
        <a:bodyPr/>
        <a:lstStyle/>
        <a:p>
          <a:endParaRPr lang="en-CA"/>
        </a:p>
      </dgm:t>
    </dgm:pt>
    <dgm:pt modelId="{E1B9EFBE-13D8-41FD-B1FC-C1CFBB847AD7}">
      <dgm:prSet phldrT="[Text]" phldr="0"/>
      <dgm:spPr/>
      <dgm:t>
        <a:bodyPr/>
        <a:lstStyle/>
        <a:p>
          <a:pPr>
            <a:buFont typeface="+mj-lt"/>
            <a:buNone/>
          </a:pPr>
          <a:r>
            <a:rPr lang="en-US" b="1" i="0" dirty="0">
              <a:latin typeface="Aptos" panose="020B0004020202020204" pitchFamily="34" charset="0"/>
            </a:rPr>
            <a:t>eTimes.06 </a:t>
          </a:r>
          <a:r>
            <a:rPr lang="en-US" b="0" i="0" dirty="0">
              <a:latin typeface="Aptos" panose="020B0004020202020204" pitchFamily="34" charset="0"/>
            </a:rPr>
            <a:t>– Unit Arrived on Scene Date/Time (vehicle stops at scene).</a:t>
          </a:r>
          <a:endParaRPr lang="en-CA" dirty="0">
            <a:latin typeface="Aptos" panose="020B0004020202020204" pitchFamily="34" charset="0"/>
          </a:endParaRPr>
        </a:p>
      </dgm:t>
    </dgm:pt>
    <dgm:pt modelId="{FC4F12F4-8F42-4B25-9427-3E1D16A82655}" type="parTrans" cxnId="{4FEB12E2-3D8F-4F58-96A6-A69A9DADF680}">
      <dgm:prSet/>
      <dgm:spPr/>
      <dgm:t>
        <a:bodyPr/>
        <a:lstStyle/>
        <a:p>
          <a:endParaRPr lang="en-CA"/>
        </a:p>
      </dgm:t>
    </dgm:pt>
    <dgm:pt modelId="{C2568EF8-7D11-4A3F-8B4A-E38D6D6BDC9C}" type="sibTrans" cxnId="{4FEB12E2-3D8F-4F58-96A6-A69A9DADF680}">
      <dgm:prSet/>
      <dgm:spPr/>
      <dgm:t>
        <a:bodyPr/>
        <a:lstStyle/>
        <a:p>
          <a:endParaRPr lang="en-CA"/>
        </a:p>
      </dgm:t>
    </dgm:pt>
    <dgm:pt modelId="{5E0DE2F0-7DEC-4851-BF91-37ABD82E8D0B}">
      <dgm:prSet/>
      <dgm:spPr/>
      <dgm:t>
        <a:bodyPr/>
        <a:lstStyle/>
        <a:p>
          <a:pPr>
            <a:buFont typeface="+mj-lt"/>
            <a:buNone/>
          </a:pPr>
          <a:r>
            <a:rPr lang="en-US" b="1" i="0" dirty="0">
              <a:latin typeface="Aptos" panose="020B0004020202020204" pitchFamily="34" charset="0"/>
            </a:rPr>
            <a:t>eTimes.07 </a:t>
          </a:r>
          <a:r>
            <a:rPr lang="en-US" b="0" i="0" dirty="0">
              <a:latin typeface="Aptos" panose="020B0004020202020204" pitchFamily="34" charset="0"/>
            </a:rPr>
            <a:t>– Arrived at Patient Date/Time (crew at patient’s side).</a:t>
          </a:r>
        </a:p>
      </dgm:t>
    </dgm:pt>
    <dgm:pt modelId="{CA71B584-8DAB-4876-A7E4-52BF0680B201}" type="parTrans" cxnId="{80092034-1F2C-46CD-BCB7-F1ADBFE7828E}">
      <dgm:prSet/>
      <dgm:spPr/>
      <dgm:t>
        <a:bodyPr/>
        <a:lstStyle/>
        <a:p>
          <a:endParaRPr lang="en-CA"/>
        </a:p>
      </dgm:t>
    </dgm:pt>
    <dgm:pt modelId="{91CFB2DD-C47D-4DEB-9D2D-F848CD9AA208}" type="sibTrans" cxnId="{80092034-1F2C-46CD-BCB7-F1ADBFE7828E}">
      <dgm:prSet/>
      <dgm:spPr/>
      <dgm:t>
        <a:bodyPr/>
        <a:lstStyle/>
        <a:p>
          <a:endParaRPr lang="en-CA"/>
        </a:p>
      </dgm:t>
    </dgm:pt>
    <dgm:pt modelId="{0F6A2B03-6A66-40A9-BA7A-2E8EFB037F08}">
      <dgm:prSet phldrT="[Text]" phldr="0"/>
      <dgm:spPr/>
      <dgm:t>
        <a:bodyPr/>
        <a:lstStyle/>
        <a:p>
          <a:pPr>
            <a:buFont typeface="+mj-lt"/>
            <a:buAutoNum type="arabicPeriod"/>
          </a:pPr>
          <a:endParaRPr lang="en-CA" dirty="0">
            <a:latin typeface="Aptos" panose="020B0004020202020204" pitchFamily="34" charset="0"/>
          </a:endParaRPr>
        </a:p>
      </dgm:t>
    </dgm:pt>
    <dgm:pt modelId="{B582489F-1875-451E-8F7F-E4E33B810A6C}" type="parTrans" cxnId="{6AEC8FC0-ACAD-4F72-99AD-AB6191FE4655}">
      <dgm:prSet/>
      <dgm:spPr/>
      <dgm:t>
        <a:bodyPr/>
        <a:lstStyle/>
        <a:p>
          <a:endParaRPr lang="en-CA"/>
        </a:p>
      </dgm:t>
    </dgm:pt>
    <dgm:pt modelId="{7021771F-E90F-43AC-9E7B-83FA303F0EBF}" type="sibTrans" cxnId="{6AEC8FC0-ACAD-4F72-99AD-AB6191FE4655}">
      <dgm:prSet/>
      <dgm:spPr/>
      <dgm:t>
        <a:bodyPr/>
        <a:lstStyle/>
        <a:p>
          <a:endParaRPr lang="en-CA"/>
        </a:p>
      </dgm:t>
    </dgm:pt>
    <dgm:pt modelId="{6B758A7D-D2F0-49D8-9C19-7A685BD09266}">
      <dgm:prSet phldrT="[Text]" phldr="0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1" i="0" dirty="0">
              <a:latin typeface="Aptos" panose="020B0004020202020204" pitchFamily="34" charset="0"/>
            </a:rPr>
            <a:t>eTimes.09</a:t>
          </a:r>
          <a:r>
            <a:rPr lang="en-US" b="0" i="0" dirty="0">
              <a:latin typeface="Aptos" panose="020B0004020202020204" pitchFamily="34" charset="0"/>
            </a:rPr>
            <a:t> – Unit Left Scene Date/Time (depart scene with patient).</a:t>
          </a:r>
          <a:endParaRPr lang="en-CA" dirty="0">
            <a:latin typeface="Aptos" panose="020B0004020202020204" pitchFamily="34" charset="0"/>
          </a:endParaRPr>
        </a:p>
      </dgm:t>
    </dgm:pt>
    <dgm:pt modelId="{EF4B7EA2-FD1D-424C-A259-8114A4B559C5}" type="parTrans" cxnId="{58CF4116-E840-49BD-B441-CDE8804DEE3F}">
      <dgm:prSet/>
      <dgm:spPr/>
      <dgm:t>
        <a:bodyPr/>
        <a:lstStyle/>
        <a:p>
          <a:endParaRPr lang="en-CA"/>
        </a:p>
      </dgm:t>
    </dgm:pt>
    <dgm:pt modelId="{450DFD85-335D-4001-9EBF-8F664877F5CB}" type="sibTrans" cxnId="{58CF4116-E840-49BD-B441-CDE8804DEE3F}">
      <dgm:prSet/>
      <dgm:spPr/>
      <dgm:t>
        <a:bodyPr/>
        <a:lstStyle/>
        <a:p>
          <a:endParaRPr lang="en-CA"/>
        </a:p>
      </dgm:t>
    </dgm:pt>
    <dgm:pt modelId="{E1DEDF37-5DE3-4FB4-88E9-34D1DF5E35E0}">
      <dgm:prSet phldrT="[Text]" phldr="0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CA" b="1" i="0" dirty="0">
              <a:latin typeface="Aptos" panose="020B0004020202020204" pitchFamily="34" charset="0"/>
            </a:rPr>
            <a:t>eTimes.11 </a:t>
          </a:r>
          <a:r>
            <a:rPr lang="en-CA" b="0" i="0" dirty="0">
              <a:latin typeface="Aptos" panose="020B0004020202020204" pitchFamily="34" charset="0"/>
            </a:rPr>
            <a:t>– Patient Arrived at Destination Date/Time.</a:t>
          </a:r>
          <a:endParaRPr lang="en-CA" dirty="0">
            <a:latin typeface="Aptos" panose="020B0004020202020204" pitchFamily="34" charset="0"/>
          </a:endParaRPr>
        </a:p>
      </dgm:t>
    </dgm:pt>
    <dgm:pt modelId="{EAA8B5E1-ED02-479C-A048-526D04B84449}" type="parTrans" cxnId="{3BCB13AD-A83E-4ECB-9428-671A04F492E6}">
      <dgm:prSet/>
      <dgm:spPr/>
      <dgm:t>
        <a:bodyPr/>
        <a:lstStyle/>
        <a:p>
          <a:endParaRPr lang="en-CA"/>
        </a:p>
      </dgm:t>
    </dgm:pt>
    <dgm:pt modelId="{ED913CBB-848C-4311-AA9B-AE125DD80CCC}" type="sibTrans" cxnId="{3BCB13AD-A83E-4ECB-9428-671A04F492E6}">
      <dgm:prSet/>
      <dgm:spPr/>
      <dgm:t>
        <a:bodyPr/>
        <a:lstStyle/>
        <a:p>
          <a:endParaRPr lang="en-CA"/>
        </a:p>
      </dgm:t>
    </dgm:pt>
    <dgm:pt modelId="{47738705-0F52-431B-B8AE-161C925B83F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1" i="0" dirty="0">
              <a:latin typeface="Aptos" panose="020B0004020202020204" pitchFamily="34" charset="0"/>
            </a:rPr>
            <a:t>eTimes.12</a:t>
          </a:r>
          <a:r>
            <a:rPr lang="en-US" b="0" i="0" dirty="0">
              <a:latin typeface="Aptos" panose="020B0004020202020204" pitchFamily="34" charset="0"/>
            </a:rPr>
            <a:t> – Destination Patient Transfer of Care Date/Time.</a:t>
          </a:r>
        </a:p>
      </dgm:t>
    </dgm:pt>
    <dgm:pt modelId="{6D23BBF5-6BE9-449D-BFC4-784926BE4EE8}" type="parTrans" cxnId="{D93CE8BA-82B3-4E71-82F6-833021387D91}">
      <dgm:prSet/>
      <dgm:spPr/>
      <dgm:t>
        <a:bodyPr/>
        <a:lstStyle/>
        <a:p>
          <a:endParaRPr lang="en-CA"/>
        </a:p>
      </dgm:t>
    </dgm:pt>
    <dgm:pt modelId="{49DFCE20-5372-4BE5-B4A2-B975000EA1BC}" type="sibTrans" cxnId="{D93CE8BA-82B3-4E71-82F6-833021387D91}">
      <dgm:prSet/>
      <dgm:spPr/>
      <dgm:t>
        <a:bodyPr/>
        <a:lstStyle/>
        <a:p>
          <a:endParaRPr lang="en-CA"/>
        </a:p>
      </dgm:t>
    </dgm:pt>
    <dgm:pt modelId="{21C169C9-6E1F-4210-8A06-11282D01146A}">
      <dgm:prSet phldrT="[Text]" phldr="0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1" i="0" dirty="0">
              <a:latin typeface="Aptos" panose="020B0004020202020204" pitchFamily="34" charset="0"/>
            </a:rPr>
            <a:t>eTimes.13</a:t>
          </a:r>
          <a:r>
            <a:rPr lang="en-US" b="0" i="0" dirty="0">
              <a:latin typeface="Aptos" panose="020B0004020202020204" pitchFamily="34" charset="0"/>
            </a:rPr>
            <a:t> – Unit Back in Service Date/Time.​</a:t>
          </a:r>
          <a:endParaRPr lang="en-CA" dirty="0">
            <a:latin typeface="Aptos" panose="020B0004020202020204" pitchFamily="34" charset="0"/>
          </a:endParaRPr>
        </a:p>
      </dgm:t>
    </dgm:pt>
    <dgm:pt modelId="{B00B7463-78B5-4D67-9390-38E570D5943E}" type="parTrans" cxnId="{9148C630-8B88-4D27-9F6B-D3CDC2D3FD60}">
      <dgm:prSet/>
      <dgm:spPr/>
      <dgm:t>
        <a:bodyPr/>
        <a:lstStyle/>
        <a:p>
          <a:endParaRPr lang="en-CA"/>
        </a:p>
      </dgm:t>
    </dgm:pt>
    <dgm:pt modelId="{4962FD5F-6C29-4371-8DF4-65A0E0BFE2BC}" type="sibTrans" cxnId="{9148C630-8B88-4D27-9F6B-D3CDC2D3FD60}">
      <dgm:prSet/>
      <dgm:spPr/>
      <dgm:t>
        <a:bodyPr/>
        <a:lstStyle/>
        <a:p>
          <a:endParaRPr lang="en-CA"/>
        </a:p>
      </dgm:t>
    </dgm:pt>
    <dgm:pt modelId="{EAEE691A-93FB-4411-8426-53FD5ABC907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b="0" i="0" dirty="0">
            <a:latin typeface="Aptos" panose="020B0004020202020204" pitchFamily="34" charset="0"/>
          </a:endParaRPr>
        </a:p>
      </dgm:t>
    </dgm:pt>
    <dgm:pt modelId="{57D0CFE3-CE7C-4590-ABBC-C1825EB88A7A}" type="parTrans" cxnId="{115C0630-FFDE-4368-B728-D0EDFAFBB282}">
      <dgm:prSet/>
      <dgm:spPr/>
      <dgm:t>
        <a:bodyPr/>
        <a:lstStyle/>
        <a:p>
          <a:endParaRPr lang="en-CA"/>
        </a:p>
      </dgm:t>
    </dgm:pt>
    <dgm:pt modelId="{4EB80D5A-224F-44C4-934C-6DA484A659E2}" type="sibTrans" cxnId="{115C0630-FFDE-4368-B728-D0EDFAFBB282}">
      <dgm:prSet/>
      <dgm:spPr/>
      <dgm:t>
        <a:bodyPr/>
        <a:lstStyle/>
        <a:p>
          <a:endParaRPr lang="en-CA"/>
        </a:p>
      </dgm:t>
    </dgm:pt>
    <dgm:pt modelId="{0393D247-829E-4E8F-B084-2B74B042990E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b="1" i="0" dirty="0">
              <a:latin typeface="Aptos" panose="020B0004020202020204" pitchFamily="34" charset="0"/>
            </a:rPr>
            <a:t>eTimes.16</a:t>
          </a:r>
          <a:r>
            <a:rPr lang="en-US" b="0" i="0" dirty="0">
              <a:latin typeface="Aptos" panose="020B0004020202020204" pitchFamily="34" charset="0"/>
            </a:rPr>
            <a:t> – EMS Call Completed Date/Time (if captured).</a:t>
          </a:r>
        </a:p>
      </dgm:t>
    </dgm:pt>
    <dgm:pt modelId="{17742C6F-C44D-43D2-AE40-ADBC5A8CC5EE}" type="parTrans" cxnId="{8C9CEE0C-A459-4BEA-AB18-A3BD1A849009}">
      <dgm:prSet/>
      <dgm:spPr/>
      <dgm:t>
        <a:bodyPr/>
        <a:lstStyle/>
        <a:p>
          <a:endParaRPr lang="en-CA"/>
        </a:p>
      </dgm:t>
    </dgm:pt>
    <dgm:pt modelId="{8A7CED13-6443-4A5D-9C23-DF0C26D85743}" type="sibTrans" cxnId="{8C9CEE0C-A459-4BEA-AB18-A3BD1A849009}">
      <dgm:prSet/>
      <dgm:spPr/>
      <dgm:t>
        <a:bodyPr/>
        <a:lstStyle/>
        <a:p>
          <a:endParaRPr lang="en-CA"/>
        </a:p>
      </dgm:t>
    </dgm:pt>
    <dgm:pt modelId="{355065E2-1349-4676-912A-8E3EC95162E1}" type="pres">
      <dgm:prSet presAssocID="{C9D670A7-E3C3-4117-AFCE-F32EF58B7494}" presName="Name0" presStyleCnt="0">
        <dgm:presLayoutVars>
          <dgm:dir/>
          <dgm:animLvl val="lvl"/>
          <dgm:resizeHandles val="exact"/>
        </dgm:presLayoutVars>
      </dgm:prSet>
      <dgm:spPr/>
    </dgm:pt>
    <dgm:pt modelId="{F4A66592-DA10-4DE8-89D6-5CB096D2F48C}" type="pres">
      <dgm:prSet presAssocID="{ACF880DB-FC60-4104-A72F-B7AF010E9336}" presName="composite" presStyleCnt="0"/>
      <dgm:spPr/>
    </dgm:pt>
    <dgm:pt modelId="{84556A5A-D342-420E-8EEC-38E5F50805A3}" type="pres">
      <dgm:prSet presAssocID="{ACF880DB-FC60-4104-A72F-B7AF010E9336}" presName="par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E99ED2D7-C17B-474B-94A5-1D34FA4B1F91}" type="pres">
      <dgm:prSet presAssocID="{ACF880DB-FC60-4104-A72F-B7AF010E9336}" presName="desTx" presStyleLbl="revTx" presStyleIdx="0" presStyleCnt="7">
        <dgm:presLayoutVars>
          <dgm:bulletEnabled val="1"/>
        </dgm:presLayoutVars>
      </dgm:prSet>
      <dgm:spPr/>
    </dgm:pt>
    <dgm:pt modelId="{97856838-270B-4CEF-B825-1BD70C7E670D}" type="pres">
      <dgm:prSet presAssocID="{AE3E9261-F974-47E4-B780-A25F1203DAB9}" presName="space" presStyleCnt="0"/>
      <dgm:spPr/>
    </dgm:pt>
    <dgm:pt modelId="{BFC0B2EC-B189-468A-9C0E-E184A3C009D3}" type="pres">
      <dgm:prSet presAssocID="{048A9527-97BA-4C48-8084-DC748B323039}" presName="composite" presStyleCnt="0"/>
      <dgm:spPr/>
    </dgm:pt>
    <dgm:pt modelId="{8A3A9183-28D5-47C7-93AB-17CA9E4A5E2D}" type="pres">
      <dgm:prSet presAssocID="{048A9527-97BA-4C48-8084-DC748B323039}" presName="par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E8E3D0DA-F122-4872-9A7B-6693E9FED46F}" type="pres">
      <dgm:prSet presAssocID="{048A9527-97BA-4C48-8084-DC748B323039}" presName="desTx" presStyleLbl="revTx" presStyleIdx="1" presStyleCnt="7">
        <dgm:presLayoutVars>
          <dgm:bulletEnabled val="1"/>
        </dgm:presLayoutVars>
      </dgm:prSet>
      <dgm:spPr/>
    </dgm:pt>
    <dgm:pt modelId="{19BAD71D-C8DD-4E09-97EC-85A1E0D384BF}" type="pres">
      <dgm:prSet presAssocID="{9B346A76-9B47-4E42-8223-3FDA08197071}" presName="space" presStyleCnt="0"/>
      <dgm:spPr/>
    </dgm:pt>
    <dgm:pt modelId="{677E9682-AC1D-4B15-BE7C-AF764B26E80C}" type="pres">
      <dgm:prSet presAssocID="{C5E8F9A5-2B35-4A10-8A6F-AE52F7E0377F}" presName="composite" presStyleCnt="0"/>
      <dgm:spPr/>
    </dgm:pt>
    <dgm:pt modelId="{7CA6AB0F-55CC-4FEF-8161-DDF81D3E7878}" type="pres">
      <dgm:prSet presAssocID="{C5E8F9A5-2B35-4A10-8A6F-AE52F7E0377F}" presName="par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66960D21-C972-4FB1-BFAD-BB4CA817984E}" type="pres">
      <dgm:prSet presAssocID="{C5E8F9A5-2B35-4A10-8A6F-AE52F7E0377F}" presName="desTx" presStyleLbl="revTx" presStyleIdx="2" presStyleCnt="7">
        <dgm:presLayoutVars>
          <dgm:bulletEnabled val="1"/>
        </dgm:presLayoutVars>
      </dgm:prSet>
      <dgm:spPr/>
    </dgm:pt>
    <dgm:pt modelId="{95868D37-9034-45C0-91B5-D20C879D34C7}" type="pres">
      <dgm:prSet presAssocID="{F8D0404C-D984-4E90-AC2E-740597C28054}" presName="space" presStyleCnt="0"/>
      <dgm:spPr/>
    </dgm:pt>
    <dgm:pt modelId="{D8D055FF-64BA-4EC9-8D6E-FB7BF49AC2DF}" type="pres">
      <dgm:prSet presAssocID="{F7174A9B-0C6D-4B94-A9D7-BECB041EB4EE}" presName="composite" presStyleCnt="0"/>
      <dgm:spPr/>
    </dgm:pt>
    <dgm:pt modelId="{A69B4DB0-6AC9-47DE-BE67-8F00CAB1D6C6}" type="pres">
      <dgm:prSet presAssocID="{F7174A9B-0C6D-4B94-A9D7-BECB041EB4EE}" presName="par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4BBE1207-1085-46D9-8B10-D139573117A3}" type="pres">
      <dgm:prSet presAssocID="{F7174A9B-0C6D-4B94-A9D7-BECB041EB4EE}" presName="desTx" presStyleLbl="revTx" presStyleIdx="3" presStyleCnt="7">
        <dgm:presLayoutVars>
          <dgm:bulletEnabled val="1"/>
        </dgm:presLayoutVars>
      </dgm:prSet>
      <dgm:spPr/>
    </dgm:pt>
    <dgm:pt modelId="{FC3C22D5-625F-4B7D-B154-8D3D0AAA703C}" type="pres">
      <dgm:prSet presAssocID="{ACB1C9E2-44E5-4282-9477-194BE9682E27}" presName="space" presStyleCnt="0"/>
      <dgm:spPr/>
    </dgm:pt>
    <dgm:pt modelId="{C8130B9D-E192-493F-9661-AF16BA9C7DBB}" type="pres">
      <dgm:prSet presAssocID="{235D1C70-2EB8-462E-BEE9-796872F72272}" presName="composite" presStyleCnt="0"/>
      <dgm:spPr/>
    </dgm:pt>
    <dgm:pt modelId="{EEA9905F-C83F-40C3-B811-CA3733B7CEE0}" type="pres">
      <dgm:prSet presAssocID="{235D1C70-2EB8-462E-BEE9-796872F72272}" presName="par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47DDFD44-E9DF-492C-9EF5-CFD8D37CF03F}" type="pres">
      <dgm:prSet presAssocID="{235D1C70-2EB8-462E-BEE9-796872F72272}" presName="desTx" presStyleLbl="revTx" presStyleIdx="4" presStyleCnt="7">
        <dgm:presLayoutVars>
          <dgm:bulletEnabled val="1"/>
        </dgm:presLayoutVars>
      </dgm:prSet>
      <dgm:spPr/>
    </dgm:pt>
    <dgm:pt modelId="{C6F5A673-2535-49A7-BD9B-75D9D75F4A65}" type="pres">
      <dgm:prSet presAssocID="{86D69573-3D18-42C2-BFC6-A20C8A4EDDB3}" presName="space" presStyleCnt="0"/>
      <dgm:spPr/>
    </dgm:pt>
    <dgm:pt modelId="{E094059D-D68F-4620-8E29-DAD5425C71F9}" type="pres">
      <dgm:prSet presAssocID="{9CADD6B8-583F-4606-BEA7-E9D915E1C1C0}" presName="composite" presStyleCnt="0"/>
      <dgm:spPr/>
    </dgm:pt>
    <dgm:pt modelId="{3F15994E-23A6-47F9-925D-D601CB58A670}" type="pres">
      <dgm:prSet presAssocID="{9CADD6B8-583F-4606-BEA7-E9D915E1C1C0}" presName="par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683D91BF-A83C-40B9-88A8-6024549F0B66}" type="pres">
      <dgm:prSet presAssocID="{9CADD6B8-583F-4606-BEA7-E9D915E1C1C0}" presName="desTx" presStyleLbl="revTx" presStyleIdx="5" presStyleCnt="7">
        <dgm:presLayoutVars>
          <dgm:bulletEnabled val="1"/>
        </dgm:presLayoutVars>
      </dgm:prSet>
      <dgm:spPr/>
    </dgm:pt>
    <dgm:pt modelId="{3637D51F-F37C-4AE3-B56F-7DAB11218945}" type="pres">
      <dgm:prSet presAssocID="{6EF9F0B1-3B89-4ABB-8779-C48D2591B121}" presName="space" presStyleCnt="0"/>
      <dgm:spPr/>
    </dgm:pt>
    <dgm:pt modelId="{462C9713-6FCE-4CA4-A188-6A1621B2AE71}" type="pres">
      <dgm:prSet presAssocID="{75AF09E6-E153-4264-A31B-51CAADD7CBCA}" presName="composite" presStyleCnt="0"/>
      <dgm:spPr/>
    </dgm:pt>
    <dgm:pt modelId="{2668F3F0-B6C9-48FE-B332-8D501583508A}" type="pres">
      <dgm:prSet presAssocID="{75AF09E6-E153-4264-A31B-51CAADD7CBCA}" presName="par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B06FE2E0-1CA3-4821-B97E-B030AAD29BA7}" type="pres">
      <dgm:prSet presAssocID="{75AF09E6-E153-4264-A31B-51CAADD7CBCA}" presName="desTx" presStyleLbl="revTx" presStyleIdx="6" presStyleCnt="7">
        <dgm:presLayoutVars>
          <dgm:bulletEnabled val="1"/>
        </dgm:presLayoutVars>
      </dgm:prSet>
      <dgm:spPr/>
    </dgm:pt>
  </dgm:ptLst>
  <dgm:cxnLst>
    <dgm:cxn modelId="{8C9CEE0C-A459-4BEA-AB18-A3BD1A849009}" srcId="{75AF09E6-E153-4264-A31B-51CAADD7CBCA}" destId="{0393D247-829E-4E8F-B084-2B74B042990E}" srcOrd="2" destOrd="0" parTransId="{17742C6F-C44D-43D2-AE40-ADBC5A8CC5EE}" sibTransId="{8A7CED13-6443-4A5D-9C23-DF0C26D85743}"/>
    <dgm:cxn modelId="{C10D670D-49ED-4A51-B14D-E15F2FA4178C}" type="presOf" srcId="{47738705-0F52-431B-B8AE-161C925B83F2}" destId="{683D91BF-A83C-40B9-88A8-6024549F0B66}" srcOrd="0" destOrd="1" presId="urn:microsoft.com/office/officeart/2005/8/layout/chevron1"/>
    <dgm:cxn modelId="{58CF4116-E840-49BD-B441-CDE8804DEE3F}" srcId="{235D1C70-2EB8-462E-BEE9-796872F72272}" destId="{6B758A7D-D2F0-49D8-9C19-7A685BD09266}" srcOrd="0" destOrd="0" parTransId="{EF4B7EA2-FD1D-424C-A259-8114A4B559C5}" sibTransId="{450DFD85-335D-4001-9EBF-8F664877F5CB}"/>
    <dgm:cxn modelId="{1C232E17-350E-497B-8FBE-1F812F7BEE3F}" srcId="{C9D670A7-E3C3-4117-AFCE-F32EF58B7494}" destId="{9CADD6B8-583F-4606-BEA7-E9D915E1C1C0}" srcOrd="5" destOrd="0" parTransId="{4FE01B70-127F-47B8-B55C-ADCFDB8D638C}" sibTransId="{6EF9F0B1-3B89-4ABB-8779-C48D2591B121}"/>
    <dgm:cxn modelId="{27769A29-3481-48A5-A416-CE5043A05CBC}" type="presOf" srcId="{75AF09E6-E153-4264-A31B-51CAADD7CBCA}" destId="{2668F3F0-B6C9-48FE-B332-8D501583508A}" srcOrd="0" destOrd="0" presId="urn:microsoft.com/office/officeart/2005/8/layout/chevron1"/>
    <dgm:cxn modelId="{FFF4B429-7891-4631-BADA-C208A96F4405}" srcId="{C5E8F9A5-2B35-4A10-8A6F-AE52F7E0377F}" destId="{5E19C885-E9E7-437D-AED9-AF56B0E85A4B}" srcOrd="1" destOrd="0" parTransId="{E74B6643-B676-4F0C-819A-D716328F96F0}" sibTransId="{4122DE84-F205-44C9-88A1-13F0266B92B4}"/>
    <dgm:cxn modelId="{47AFD72C-FDC3-4DC5-B3C2-39875EAF2108}" srcId="{C9D670A7-E3C3-4117-AFCE-F32EF58B7494}" destId="{ACF880DB-FC60-4104-A72F-B7AF010E9336}" srcOrd="0" destOrd="0" parTransId="{1A1CA299-9980-4A6D-9BE9-118C0917666A}" sibTransId="{AE3E9261-F974-47E4-B780-A25F1203DAB9}"/>
    <dgm:cxn modelId="{366FB42F-7BC0-468C-B57D-FBBF57147243}" type="presOf" srcId="{048A9527-97BA-4C48-8084-DC748B323039}" destId="{8A3A9183-28D5-47C7-93AB-17CA9E4A5E2D}" srcOrd="0" destOrd="0" presId="urn:microsoft.com/office/officeart/2005/8/layout/chevron1"/>
    <dgm:cxn modelId="{115C0630-FFDE-4368-B728-D0EDFAFBB282}" srcId="{75AF09E6-E153-4264-A31B-51CAADD7CBCA}" destId="{EAEE691A-93FB-4411-8426-53FD5ABC9072}" srcOrd="1" destOrd="0" parTransId="{57D0CFE3-CE7C-4590-ABBC-C1825EB88A7A}" sibTransId="{4EB80D5A-224F-44C4-934C-6DA484A659E2}"/>
    <dgm:cxn modelId="{72813330-CB39-40A2-B137-FA39756F4556}" type="presOf" srcId="{0393D247-829E-4E8F-B084-2B74B042990E}" destId="{B06FE2E0-1CA3-4821-B97E-B030AAD29BA7}" srcOrd="0" destOrd="2" presId="urn:microsoft.com/office/officeart/2005/8/layout/chevron1"/>
    <dgm:cxn modelId="{9148C630-8B88-4D27-9F6B-D3CDC2D3FD60}" srcId="{75AF09E6-E153-4264-A31B-51CAADD7CBCA}" destId="{21C169C9-6E1F-4210-8A06-11282D01146A}" srcOrd="0" destOrd="0" parTransId="{B00B7463-78B5-4D67-9390-38E570D5943E}" sibTransId="{4962FD5F-6C29-4371-8DF4-65A0E0BFE2BC}"/>
    <dgm:cxn modelId="{80092034-1F2C-46CD-BCB7-F1ADBFE7828E}" srcId="{F7174A9B-0C6D-4B94-A9D7-BECB041EB4EE}" destId="{5E0DE2F0-7DEC-4851-BF91-37ABD82E8D0B}" srcOrd="2" destOrd="0" parTransId="{CA71B584-8DAB-4876-A7E4-52BF0680B201}" sibTransId="{91CFB2DD-C47D-4DEB-9D2D-F848CD9AA208}"/>
    <dgm:cxn modelId="{6A310836-5267-404B-B19F-4B4E93568420}" srcId="{C9D670A7-E3C3-4117-AFCE-F32EF58B7494}" destId="{75AF09E6-E153-4264-A31B-51CAADD7CBCA}" srcOrd="6" destOrd="0" parTransId="{256E6FD8-0880-4E0D-B952-402FC922A181}" sibTransId="{DDB4A15A-03B5-4481-9562-1C3A52289AD9}"/>
    <dgm:cxn modelId="{5544AD39-E9D2-478F-AE9F-DF4FD038F4D4}" type="presOf" srcId="{EF70B901-8857-4B85-A95A-D05B44DBF84C}" destId="{E8E3D0DA-F122-4872-9A7B-6693E9FED46F}" srcOrd="0" destOrd="0" presId="urn:microsoft.com/office/officeart/2005/8/layout/chevron1"/>
    <dgm:cxn modelId="{3B07145D-8A63-4AA6-897E-D02D1495B2F7}" srcId="{C9D670A7-E3C3-4117-AFCE-F32EF58B7494}" destId="{235D1C70-2EB8-462E-BEE9-796872F72272}" srcOrd="4" destOrd="0" parTransId="{DBA8DB29-388E-43E0-B3CC-0B39FA7352DF}" sibTransId="{86D69573-3D18-42C2-BFC6-A20C8A4EDDB3}"/>
    <dgm:cxn modelId="{A03F6F5D-4AA0-4CD0-81BF-7FA53BEB063E}" srcId="{C5E8F9A5-2B35-4A10-8A6F-AE52F7E0377F}" destId="{AC8A75A8-801C-4DF3-9B9D-1B826CE51078}" srcOrd="2" destOrd="0" parTransId="{349C3B6E-4144-4F1D-9A97-3F38FAEA1856}" sibTransId="{3E8F5046-4D30-44E4-BBDA-02C5FB2F50EB}"/>
    <dgm:cxn modelId="{8F651444-5E68-4811-90EE-07175D30604A}" srcId="{048A9527-97BA-4C48-8084-DC748B323039}" destId="{EF70B901-8857-4B85-A95A-D05B44DBF84C}" srcOrd="0" destOrd="0" parTransId="{DF26B0B8-8FD3-4DD0-82BD-1951E3EBFD6E}" sibTransId="{8BCEF82F-DCBF-4F07-A388-5A77D77E52F4}"/>
    <dgm:cxn modelId="{EC762966-3F96-4313-99C3-B8CF57FD6CB9}" type="presOf" srcId="{E1B9EFBE-13D8-41FD-B1FC-C1CFBB847AD7}" destId="{4BBE1207-1085-46D9-8B10-D139573117A3}" srcOrd="0" destOrd="0" presId="urn:microsoft.com/office/officeart/2005/8/layout/chevron1"/>
    <dgm:cxn modelId="{3947B64A-5B3D-4E15-966C-3DB5EF827844}" srcId="{C9D670A7-E3C3-4117-AFCE-F32EF58B7494}" destId="{C5E8F9A5-2B35-4A10-8A6F-AE52F7E0377F}" srcOrd="2" destOrd="0" parTransId="{787A8D86-6C5D-47EF-B912-B2F56F0AABFB}" sibTransId="{F8D0404C-D984-4E90-AC2E-740597C28054}"/>
    <dgm:cxn modelId="{37A00A6B-DE3B-4FC2-95CF-1FB8BD3FC30E}" type="presOf" srcId="{6226BA74-ABEA-422C-8E2F-19CDEB7F5DF9}" destId="{E99ED2D7-C17B-474B-94A5-1D34FA4B1F91}" srcOrd="0" destOrd="0" presId="urn:microsoft.com/office/officeart/2005/8/layout/chevron1"/>
    <dgm:cxn modelId="{8DCA4E6B-3EE0-45FB-ABFA-37F44063A22B}" type="presOf" srcId="{9CADD6B8-583F-4606-BEA7-E9D915E1C1C0}" destId="{3F15994E-23A6-47F9-925D-D601CB58A670}" srcOrd="0" destOrd="0" presId="urn:microsoft.com/office/officeart/2005/8/layout/chevron1"/>
    <dgm:cxn modelId="{7F659551-43BA-4580-BAE7-96CABBF586C9}" type="presOf" srcId="{C5E8F9A5-2B35-4A10-8A6F-AE52F7E0377F}" destId="{7CA6AB0F-55CC-4FEF-8161-DDF81D3E7878}" srcOrd="0" destOrd="0" presId="urn:microsoft.com/office/officeart/2005/8/layout/chevron1"/>
    <dgm:cxn modelId="{CD6F7052-4D84-4905-B894-7DA9B28F6C57}" srcId="{ACF880DB-FC60-4104-A72F-B7AF010E9336}" destId="{6226BA74-ABEA-422C-8E2F-19CDEB7F5DF9}" srcOrd="0" destOrd="0" parTransId="{3D4D50B6-2131-42AB-B0C1-175A610F4EF1}" sibTransId="{7865FF2E-4B34-4CB5-B7DE-571AB8DB1138}"/>
    <dgm:cxn modelId="{81866C76-8E38-44CC-AEB6-C742CE5AA9B7}" type="presOf" srcId="{235D1C70-2EB8-462E-BEE9-796872F72272}" destId="{EEA9905F-C83F-40C3-B811-CA3733B7CEE0}" srcOrd="0" destOrd="0" presId="urn:microsoft.com/office/officeart/2005/8/layout/chevron1"/>
    <dgm:cxn modelId="{77D54577-1B40-46D8-8743-44127D48CD62}" type="presOf" srcId="{5E0DE2F0-7DEC-4851-BF91-37ABD82E8D0B}" destId="{4BBE1207-1085-46D9-8B10-D139573117A3}" srcOrd="0" destOrd="2" presId="urn:microsoft.com/office/officeart/2005/8/layout/chevron1"/>
    <dgm:cxn modelId="{C041645A-65B1-41A4-9D28-948737DF4E10}" type="presOf" srcId="{5E19C885-E9E7-437D-AED9-AF56B0E85A4B}" destId="{66960D21-C972-4FB1-BFAD-BB4CA817984E}" srcOrd="0" destOrd="1" presId="urn:microsoft.com/office/officeart/2005/8/layout/chevron1"/>
    <dgm:cxn modelId="{56237983-CBAA-4734-A3A1-57FE6C0024EA}" type="presOf" srcId="{AC8A75A8-801C-4DF3-9B9D-1B826CE51078}" destId="{66960D21-C972-4FB1-BFAD-BB4CA817984E}" srcOrd="0" destOrd="2" presId="urn:microsoft.com/office/officeart/2005/8/layout/chevron1"/>
    <dgm:cxn modelId="{EB693A89-5B78-4B09-848C-F11CDF68F926}" srcId="{C9D670A7-E3C3-4117-AFCE-F32EF58B7494}" destId="{F7174A9B-0C6D-4B94-A9D7-BECB041EB4EE}" srcOrd="3" destOrd="0" parTransId="{14D0DF79-4D62-4883-ACF1-4E6DCD4BC5A6}" sibTransId="{ACB1C9E2-44E5-4282-9477-194BE9682E27}"/>
    <dgm:cxn modelId="{53029589-A26C-4509-B083-B6E725B2F16E}" srcId="{C5E8F9A5-2B35-4A10-8A6F-AE52F7E0377F}" destId="{4F23344D-0632-4A89-B810-29083B86B2D1}" srcOrd="3" destOrd="0" parTransId="{C238F023-8AE2-4A94-8DA6-25FE9F01FF57}" sibTransId="{237A3047-3AF9-4B36-855E-CCE23EB0A3DE}"/>
    <dgm:cxn modelId="{E5C50C8B-FC1F-4738-8B37-3FF7E2494D0A}" type="presOf" srcId="{6B758A7D-D2F0-49D8-9C19-7A685BD09266}" destId="{47DDFD44-E9DF-492C-9EF5-CFD8D37CF03F}" srcOrd="0" destOrd="0" presId="urn:microsoft.com/office/officeart/2005/8/layout/chevron1"/>
    <dgm:cxn modelId="{B88B008D-1C5A-4990-976E-B7C0E3841758}" type="presOf" srcId="{EAEE691A-93FB-4411-8426-53FD5ABC9072}" destId="{B06FE2E0-1CA3-4821-B97E-B030AAD29BA7}" srcOrd="0" destOrd="1" presId="urn:microsoft.com/office/officeart/2005/8/layout/chevron1"/>
    <dgm:cxn modelId="{7E4AD78D-2CB0-48DC-8954-850E15611C3C}" srcId="{C9D670A7-E3C3-4117-AFCE-F32EF58B7494}" destId="{048A9527-97BA-4C48-8084-DC748B323039}" srcOrd="1" destOrd="0" parTransId="{324885BA-4799-4A94-9CA5-853561BF536D}" sibTransId="{9B346A76-9B47-4E42-8223-3FDA08197071}"/>
    <dgm:cxn modelId="{43AEC994-ABBF-46BA-88DF-095D99A41D1B}" type="presOf" srcId="{21C169C9-6E1F-4210-8A06-11282D01146A}" destId="{B06FE2E0-1CA3-4821-B97E-B030AAD29BA7}" srcOrd="0" destOrd="0" presId="urn:microsoft.com/office/officeart/2005/8/layout/chevron1"/>
    <dgm:cxn modelId="{06C9DFA1-30A6-4955-840B-9D897B3893E0}" type="presOf" srcId="{C9D670A7-E3C3-4117-AFCE-F32EF58B7494}" destId="{355065E2-1349-4676-912A-8E3EC95162E1}" srcOrd="0" destOrd="0" presId="urn:microsoft.com/office/officeart/2005/8/layout/chevron1"/>
    <dgm:cxn modelId="{FD0F81A2-54B1-47D7-9CF8-1480E0E72F5F}" type="presOf" srcId="{E1DEDF37-5DE3-4FB4-88E9-34D1DF5E35E0}" destId="{683D91BF-A83C-40B9-88A8-6024549F0B66}" srcOrd="0" destOrd="0" presId="urn:microsoft.com/office/officeart/2005/8/layout/chevron1"/>
    <dgm:cxn modelId="{75F849A9-10AC-4565-AB94-6BF3A17418A0}" type="presOf" srcId="{F7174A9B-0C6D-4B94-A9D7-BECB041EB4EE}" destId="{A69B4DB0-6AC9-47DE-BE67-8F00CAB1D6C6}" srcOrd="0" destOrd="0" presId="urn:microsoft.com/office/officeart/2005/8/layout/chevron1"/>
    <dgm:cxn modelId="{3BCB13AD-A83E-4ECB-9428-671A04F492E6}" srcId="{9CADD6B8-583F-4606-BEA7-E9D915E1C1C0}" destId="{E1DEDF37-5DE3-4FB4-88E9-34D1DF5E35E0}" srcOrd="0" destOrd="0" parTransId="{EAA8B5E1-ED02-479C-A048-526D04B84449}" sibTransId="{ED913CBB-848C-4311-AA9B-AE125DD80CCC}"/>
    <dgm:cxn modelId="{D93CE8BA-82B3-4E71-82F6-833021387D91}" srcId="{9CADD6B8-583F-4606-BEA7-E9D915E1C1C0}" destId="{47738705-0F52-431B-B8AE-161C925B83F2}" srcOrd="1" destOrd="0" parTransId="{6D23BBF5-6BE9-449D-BFC4-784926BE4EE8}" sibTransId="{49DFCE20-5372-4BE5-B4A2-B975000EA1BC}"/>
    <dgm:cxn modelId="{6AEC8FC0-ACAD-4F72-99AD-AB6191FE4655}" srcId="{F7174A9B-0C6D-4B94-A9D7-BECB041EB4EE}" destId="{0F6A2B03-6A66-40A9-BA7A-2E8EFB037F08}" srcOrd="1" destOrd="0" parTransId="{B582489F-1875-451E-8F7F-E4E33B810A6C}" sibTransId="{7021771F-E90F-43AC-9E7B-83FA303F0EBF}"/>
    <dgm:cxn modelId="{21784CC6-77AB-4CA7-8E55-0DEEBBC9BC62}" type="presOf" srcId="{ACF880DB-FC60-4104-A72F-B7AF010E9336}" destId="{84556A5A-D342-420E-8EEC-38E5F50805A3}" srcOrd="0" destOrd="0" presId="urn:microsoft.com/office/officeart/2005/8/layout/chevron1"/>
    <dgm:cxn modelId="{179752CF-AE87-4CD7-A5C4-8FC9B4F46268}" type="presOf" srcId="{4F23344D-0632-4A89-B810-29083B86B2D1}" destId="{66960D21-C972-4FB1-BFAD-BB4CA817984E}" srcOrd="0" destOrd="3" presId="urn:microsoft.com/office/officeart/2005/8/layout/chevron1"/>
    <dgm:cxn modelId="{FFC0B7D8-2C4C-4235-957B-1CDCCBE04C34}" type="presOf" srcId="{B58E35B2-C1CF-4413-BA08-412DDE97E5CC}" destId="{66960D21-C972-4FB1-BFAD-BB4CA817984E}" srcOrd="0" destOrd="0" presId="urn:microsoft.com/office/officeart/2005/8/layout/chevron1"/>
    <dgm:cxn modelId="{71BC7BE0-B27A-4467-ABBD-9862755BDC5C}" srcId="{C5E8F9A5-2B35-4A10-8A6F-AE52F7E0377F}" destId="{B58E35B2-C1CF-4413-BA08-412DDE97E5CC}" srcOrd="0" destOrd="0" parTransId="{0945F598-CE0A-4D53-AE73-FC6D15D3D79C}" sibTransId="{C6CF6007-2D42-4547-B043-36B47BC7C8D7}"/>
    <dgm:cxn modelId="{4FEB12E2-3D8F-4F58-96A6-A69A9DADF680}" srcId="{F7174A9B-0C6D-4B94-A9D7-BECB041EB4EE}" destId="{E1B9EFBE-13D8-41FD-B1FC-C1CFBB847AD7}" srcOrd="0" destOrd="0" parTransId="{FC4F12F4-8F42-4B25-9427-3E1D16A82655}" sibTransId="{C2568EF8-7D11-4A3F-8B4A-E38D6D6BDC9C}"/>
    <dgm:cxn modelId="{D9AB62F6-C5F6-447C-A120-EB9DD95134C6}" type="presOf" srcId="{0F6A2B03-6A66-40A9-BA7A-2E8EFB037F08}" destId="{4BBE1207-1085-46D9-8B10-D139573117A3}" srcOrd="0" destOrd="1" presId="urn:microsoft.com/office/officeart/2005/8/layout/chevron1"/>
    <dgm:cxn modelId="{859A873E-4744-4C6E-A834-2F4CF408C514}" type="presParOf" srcId="{355065E2-1349-4676-912A-8E3EC95162E1}" destId="{F4A66592-DA10-4DE8-89D6-5CB096D2F48C}" srcOrd="0" destOrd="0" presId="urn:microsoft.com/office/officeart/2005/8/layout/chevron1"/>
    <dgm:cxn modelId="{0DC6C533-A6F4-4438-8032-336DA641D551}" type="presParOf" srcId="{F4A66592-DA10-4DE8-89D6-5CB096D2F48C}" destId="{84556A5A-D342-420E-8EEC-38E5F50805A3}" srcOrd="0" destOrd="0" presId="urn:microsoft.com/office/officeart/2005/8/layout/chevron1"/>
    <dgm:cxn modelId="{9F958B8E-F604-40C4-BE4D-577F9E0A0B15}" type="presParOf" srcId="{F4A66592-DA10-4DE8-89D6-5CB096D2F48C}" destId="{E99ED2D7-C17B-474B-94A5-1D34FA4B1F91}" srcOrd="1" destOrd="0" presId="urn:microsoft.com/office/officeart/2005/8/layout/chevron1"/>
    <dgm:cxn modelId="{A2D29384-49E4-4CD4-8E14-6628B79047FC}" type="presParOf" srcId="{355065E2-1349-4676-912A-8E3EC95162E1}" destId="{97856838-270B-4CEF-B825-1BD70C7E670D}" srcOrd="1" destOrd="0" presId="urn:microsoft.com/office/officeart/2005/8/layout/chevron1"/>
    <dgm:cxn modelId="{177EAA12-07F8-41A0-A32E-D21BC86A80A1}" type="presParOf" srcId="{355065E2-1349-4676-912A-8E3EC95162E1}" destId="{BFC0B2EC-B189-468A-9C0E-E184A3C009D3}" srcOrd="2" destOrd="0" presId="urn:microsoft.com/office/officeart/2005/8/layout/chevron1"/>
    <dgm:cxn modelId="{2D56947F-7D92-4328-856D-C5D690A0459F}" type="presParOf" srcId="{BFC0B2EC-B189-468A-9C0E-E184A3C009D3}" destId="{8A3A9183-28D5-47C7-93AB-17CA9E4A5E2D}" srcOrd="0" destOrd="0" presId="urn:microsoft.com/office/officeart/2005/8/layout/chevron1"/>
    <dgm:cxn modelId="{2B3C88D8-0ACA-4E33-9979-DEC49C5DD6CF}" type="presParOf" srcId="{BFC0B2EC-B189-468A-9C0E-E184A3C009D3}" destId="{E8E3D0DA-F122-4872-9A7B-6693E9FED46F}" srcOrd="1" destOrd="0" presId="urn:microsoft.com/office/officeart/2005/8/layout/chevron1"/>
    <dgm:cxn modelId="{C5E9280A-887E-4210-B3EF-92D3244EDB4E}" type="presParOf" srcId="{355065E2-1349-4676-912A-8E3EC95162E1}" destId="{19BAD71D-C8DD-4E09-97EC-85A1E0D384BF}" srcOrd="3" destOrd="0" presId="urn:microsoft.com/office/officeart/2005/8/layout/chevron1"/>
    <dgm:cxn modelId="{5142D3CC-065B-41C4-A760-174356970E34}" type="presParOf" srcId="{355065E2-1349-4676-912A-8E3EC95162E1}" destId="{677E9682-AC1D-4B15-BE7C-AF764B26E80C}" srcOrd="4" destOrd="0" presId="urn:microsoft.com/office/officeart/2005/8/layout/chevron1"/>
    <dgm:cxn modelId="{861F23FD-6B60-4C7A-A6BF-8A24EF2AEE3F}" type="presParOf" srcId="{677E9682-AC1D-4B15-BE7C-AF764B26E80C}" destId="{7CA6AB0F-55CC-4FEF-8161-DDF81D3E7878}" srcOrd="0" destOrd="0" presId="urn:microsoft.com/office/officeart/2005/8/layout/chevron1"/>
    <dgm:cxn modelId="{074537DB-7049-43EA-A64A-5552A0FEF5C1}" type="presParOf" srcId="{677E9682-AC1D-4B15-BE7C-AF764B26E80C}" destId="{66960D21-C972-4FB1-BFAD-BB4CA817984E}" srcOrd="1" destOrd="0" presId="urn:microsoft.com/office/officeart/2005/8/layout/chevron1"/>
    <dgm:cxn modelId="{A2F00338-0089-4328-9CAE-F22E94973875}" type="presParOf" srcId="{355065E2-1349-4676-912A-8E3EC95162E1}" destId="{95868D37-9034-45C0-91B5-D20C879D34C7}" srcOrd="5" destOrd="0" presId="urn:microsoft.com/office/officeart/2005/8/layout/chevron1"/>
    <dgm:cxn modelId="{37A8D8DD-16FD-49F3-B822-268EC832B64F}" type="presParOf" srcId="{355065E2-1349-4676-912A-8E3EC95162E1}" destId="{D8D055FF-64BA-4EC9-8D6E-FB7BF49AC2DF}" srcOrd="6" destOrd="0" presId="urn:microsoft.com/office/officeart/2005/8/layout/chevron1"/>
    <dgm:cxn modelId="{BD62D510-C644-48E8-8803-B67433568853}" type="presParOf" srcId="{D8D055FF-64BA-4EC9-8D6E-FB7BF49AC2DF}" destId="{A69B4DB0-6AC9-47DE-BE67-8F00CAB1D6C6}" srcOrd="0" destOrd="0" presId="urn:microsoft.com/office/officeart/2005/8/layout/chevron1"/>
    <dgm:cxn modelId="{8120069A-BD3B-4371-8F4D-879CF211F3D6}" type="presParOf" srcId="{D8D055FF-64BA-4EC9-8D6E-FB7BF49AC2DF}" destId="{4BBE1207-1085-46D9-8B10-D139573117A3}" srcOrd="1" destOrd="0" presId="urn:microsoft.com/office/officeart/2005/8/layout/chevron1"/>
    <dgm:cxn modelId="{1B129D4E-45F9-4A5A-8E3A-AB7AD155EF24}" type="presParOf" srcId="{355065E2-1349-4676-912A-8E3EC95162E1}" destId="{FC3C22D5-625F-4B7D-B154-8D3D0AAA703C}" srcOrd="7" destOrd="0" presId="urn:microsoft.com/office/officeart/2005/8/layout/chevron1"/>
    <dgm:cxn modelId="{138C0128-7B23-4A03-A563-0CFC34AA0DDC}" type="presParOf" srcId="{355065E2-1349-4676-912A-8E3EC95162E1}" destId="{C8130B9D-E192-493F-9661-AF16BA9C7DBB}" srcOrd="8" destOrd="0" presId="urn:microsoft.com/office/officeart/2005/8/layout/chevron1"/>
    <dgm:cxn modelId="{892E9E22-78D2-45BA-97BA-E15D3D84E281}" type="presParOf" srcId="{C8130B9D-E192-493F-9661-AF16BA9C7DBB}" destId="{EEA9905F-C83F-40C3-B811-CA3733B7CEE0}" srcOrd="0" destOrd="0" presId="urn:microsoft.com/office/officeart/2005/8/layout/chevron1"/>
    <dgm:cxn modelId="{BA7E1680-8CC0-46D6-A99B-0DB6C5F72263}" type="presParOf" srcId="{C8130B9D-E192-493F-9661-AF16BA9C7DBB}" destId="{47DDFD44-E9DF-492C-9EF5-CFD8D37CF03F}" srcOrd="1" destOrd="0" presId="urn:microsoft.com/office/officeart/2005/8/layout/chevron1"/>
    <dgm:cxn modelId="{D7F34383-6F28-42AF-B03E-2B244B76AB03}" type="presParOf" srcId="{355065E2-1349-4676-912A-8E3EC95162E1}" destId="{C6F5A673-2535-49A7-BD9B-75D9D75F4A65}" srcOrd="9" destOrd="0" presId="urn:microsoft.com/office/officeart/2005/8/layout/chevron1"/>
    <dgm:cxn modelId="{90E74CC8-88B4-4E54-BD2B-F9BE0B700388}" type="presParOf" srcId="{355065E2-1349-4676-912A-8E3EC95162E1}" destId="{E094059D-D68F-4620-8E29-DAD5425C71F9}" srcOrd="10" destOrd="0" presId="urn:microsoft.com/office/officeart/2005/8/layout/chevron1"/>
    <dgm:cxn modelId="{6A1EAFF8-FFF0-44EA-A704-5A1503DD28F6}" type="presParOf" srcId="{E094059D-D68F-4620-8E29-DAD5425C71F9}" destId="{3F15994E-23A6-47F9-925D-D601CB58A670}" srcOrd="0" destOrd="0" presId="urn:microsoft.com/office/officeart/2005/8/layout/chevron1"/>
    <dgm:cxn modelId="{24061DAC-0B95-4CA0-8761-A970EB077EDB}" type="presParOf" srcId="{E094059D-D68F-4620-8E29-DAD5425C71F9}" destId="{683D91BF-A83C-40B9-88A8-6024549F0B66}" srcOrd="1" destOrd="0" presId="urn:microsoft.com/office/officeart/2005/8/layout/chevron1"/>
    <dgm:cxn modelId="{97273866-9183-4FF6-9CA9-D3424BDEFFA2}" type="presParOf" srcId="{355065E2-1349-4676-912A-8E3EC95162E1}" destId="{3637D51F-F37C-4AE3-B56F-7DAB11218945}" srcOrd="11" destOrd="0" presId="urn:microsoft.com/office/officeart/2005/8/layout/chevron1"/>
    <dgm:cxn modelId="{90947135-BEF4-47BF-8EB9-00EDB7C7CE4E}" type="presParOf" srcId="{355065E2-1349-4676-912A-8E3EC95162E1}" destId="{462C9713-6FCE-4CA4-A188-6A1621B2AE71}" srcOrd="12" destOrd="0" presId="urn:microsoft.com/office/officeart/2005/8/layout/chevron1"/>
    <dgm:cxn modelId="{F588D0F9-8ED4-4AEE-8B08-D5E330030EDD}" type="presParOf" srcId="{462C9713-6FCE-4CA4-A188-6A1621B2AE71}" destId="{2668F3F0-B6C9-48FE-B332-8D501583508A}" srcOrd="0" destOrd="0" presId="urn:microsoft.com/office/officeart/2005/8/layout/chevron1"/>
    <dgm:cxn modelId="{78D0DA7E-8E2E-42CD-BE18-A4FC40049263}" type="presParOf" srcId="{462C9713-6FCE-4CA4-A188-6A1621B2AE71}" destId="{B06FE2E0-1CA3-4821-B97E-B030AAD29BA7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56A5A-D342-420E-8EEC-38E5F50805A3}">
      <dsp:nvSpPr>
        <dsp:cNvPr id="0" name=""/>
        <dsp:cNvSpPr/>
      </dsp:nvSpPr>
      <dsp:spPr>
        <a:xfrm>
          <a:off x="5222" y="93388"/>
          <a:ext cx="1700250" cy="54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>
              <a:latin typeface="Aptos" panose="020B0004020202020204" pitchFamily="34" charset="0"/>
            </a:rPr>
            <a:t>PSAP Call Received</a:t>
          </a:r>
        </a:p>
      </dsp:txBody>
      <dsp:txXfrm>
        <a:off x="275222" y="93388"/>
        <a:ext cx="1160250" cy="540000"/>
      </dsp:txXfrm>
    </dsp:sp>
    <dsp:sp modelId="{E99ED2D7-C17B-474B-94A5-1D34FA4B1F91}">
      <dsp:nvSpPr>
        <dsp:cNvPr id="0" name=""/>
        <dsp:cNvSpPr/>
      </dsp:nvSpPr>
      <dsp:spPr>
        <a:xfrm>
          <a:off x="5222" y="700888"/>
          <a:ext cx="1360200" cy="119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eTimes.01 </a:t>
          </a:r>
          <a:r>
            <a:rPr lang="en-US" sz="1000" b="0" i="0" kern="1200" dirty="0">
              <a:latin typeface="Aptos" panose="020B0004020202020204" pitchFamily="34" charset="0"/>
            </a:rPr>
            <a:t>– PSAP Call Date/Time (911 call rings requesting EMS).</a:t>
          </a:r>
          <a:endParaRPr lang="en-CA" sz="1000" kern="1200" dirty="0">
            <a:latin typeface="Aptos" panose="020B0004020202020204" pitchFamily="34" charset="0"/>
          </a:endParaRPr>
        </a:p>
      </dsp:txBody>
      <dsp:txXfrm>
        <a:off x="5222" y="700888"/>
        <a:ext cx="1360200" cy="1192324"/>
      </dsp:txXfrm>
    </dsp:sp>
    <dsp:sp modelId="{8A3A9183-28D5-47C7-93AB-17CA9E4A5E2D}">
      <dsp:nvSpPr>
        <dsp:cNvPr id="0" name=""/>
        <dsp:cNvSpPr/>
      </dsp:nvSpPr>
      <dsp:spPr>
        <a:xfrm>
          <a:off x="1489472" y="93388"/>
          <a:ext cx="1700250" cy="540000"/>
        </a:xfrm>
        <a:prstGeom prst="chevron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>
              <a:latin typeface="Aptos" panose="020B0004020202020204" pitchFamily="34" charset="0"/>
            </a:rPr>
            <a:t>Dispatch Notifies the Unit</a:t>
          </a:r>
        </a:p>
      </dsp:txBody>
      <dsp:txXfrm>
        <a:off x="1759472" y="93388"/>
        <a:ext cx="1160250" cy="540000"/>
      </dsp:txXfrm>
    </dsp:sp>
    <dsp:sp modelId="{E8E3D0DA-F122-4872-9A7B-6693E9FED46F}">
      <dsp:nvSpPr>
        <dsp:cNvPr id="0" name=""/>
        <dsp:cNvSpPr/>
      </dsp:nvSpPr>
      <dsp:spPr>
        <a:xfrm>
          <a:off x="1489472" y="700888"/>
          <a:ext cx="1360200" cy="119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eTimes.03 </a:t>
          </a:r>
          <a:r>
            <a:rPr lang="en-US" sz="1000" b="0" i="0" kern="1200" dirty="0">
              <a:latin typeface="Aptos" panose="020B0004020202020204" pitchFamily="34" charset="0"/>
            </a:rPr>
            <a:t>– Unit Notified by Dispatch Date/Time (</a:t>
          </a:r>
          <a:r>
            <a:rPr lang="en-US" sz="1000" b="0" i="0" kern="1200" dirty="0" err="1">
              <a:latin typeface="Aptos" panose="020B0004020202020204" pitchFamily="34" charset="0"/>
            </a:rPr>
            <a:t>EventTime_raw</a:t>
          </a:r>
          <a:r>
            <a:rPr lang="en-US" sz="1000" b="0" i="0" kern="1200" dirty="0">
              <a:latin typeface="Aptos" panose="020B0004020202020204" pitchFamily="34" charset="0"/>
            </a:rPr>
            <a:t>).</a:t>
          </a:r>
          <a:endParaRPr lang="en-CA" sz="1000" kern="1200" dirty="0">
            <a:latin typeface="Aptos" panose="020B0004020202020204" pitchFamily="34" charset="0"/>
          </a:endParaRPr>
        </a:p>
      </dsp:txBody>
      <dsp:txXfrm>
        <a:off x="1489472" y="700888"/>
        <a:ext cx="1360200" cy="1192324"/>
      </dsp:txXfrm>
    </dsp:sp>
    <dsp:sp modelId="{7CA6AB0F-55CC-4FEF-8161-DDF81D3E7878}">
      <dsp:nvSpPr>
        <dsp:cNvPr id="0" name=""/>
        <dsp:cNvSpPr/>
      </dsp:nvSpPr>
      <dsp:spPr>
        <a:xfrm>
          <a:off x="2973723" y="93388"/>
          <a:ext cx="1700250" cy="54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>
              <a:latin typeface="Aptos" panose="020B0004020202020204" pitchFamily="34" charset="0"/>
            </a:rPr>
            <a:t>Unit Acknowledges &amp; Start Moving</a:t>
          </a:r>
        </a:p>
      </dsp:txBody>
      <dsp:txXfrm>
        <a:off x="3243723" y="93388"/>
        <a:ext cx="1160250" cy="540000"/>
      </dsp:txXfrm>
    </dsp:sp>
    <dsp:sp modelId="{66960D21-C972-4FB1-BFAD-BB4CA817984E}">
      <dsp:nvSpPr>
        <dsp:cNvPr id="0" name=""/>
        <dsp:cNvSpPr/>
      </dsp:nvSpPr>
      <dsp:spPr>
        <a:xfrm>
          <a:off x="2973723" y="700888"/>
          <a:ext cx="1360200" cy="119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eTimes.04 </a:t>
          </a:r>
          <a:r>
            <a:rPr lang="en-US" sz="1000" b="0" i="0" kern="1200" dirty="0">
              <a:latin typeface="Aptos" panose="020B0004020202020204" pitchFamily="34" charset="0"/>
            </a:rPr>
            <a:t>– Dispatch Acknowledged Date/Time (if used).​</a:t>
          </a:r>
          <a:endParaRPr lang="en-CA" sz="1000" kern="1200" dirty="0">
            <a:latin typeface="Aptos" panose="020B000402020202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CA" sz="1000" b="0" i="0" kern="1200" dirty="0">
            <a:latin typeface="Aptos" panose="020B000402020202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CA" sz="1000" b="1" i="0" kern="1200" dirty="0">
              <a:latin typeface="Aptos" panose="020B0004020202020204" pitchFamily="34" charset="0"/>
            </a:rPr>
            <a:t>eTimes.05 </a:t>
          </a:r>
          <a:r>
            <a:rPr lang="en-CA" sz="1000" b="0" i="0" kern="1200" dirty="0">
              <a:latin typeface="Aptos" panose="020B0004020202020204" pitchFamily="34" charset="0"/>
            </a:rPr>
            <a:t>– Unit En Route Date/Time (vehicle starts moving).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CA" sz="1000" kern="1200">
            <a:latin typeface="Aptos" panose="020B0004020202020204" pitchFamily="34" charset="0"/>
          </a:endParaRPr>
        </a:p>
      </dsp:txBody>
      <dsp:txXfrm>
        <a:off x="2973723" y="700888"/>
        <a:ext cx="1360200" cy="1192324"/>
      </dsp:txXfrm>
    </dsp:sp>
    <dsp:sp modelId="{A69B4DB0-6AC9-47DE-BE67-8F00CAB1D6C6}">
      <dsp:nvSpPr>
        <dsp:cNvPr id="0" name=""/>
        <dsp:cNvSpPr/>
      </dsp:nvSpPr>
      <dsp:spPr>
        <a:xfrm>
          <a:off x="4457973" y="93388"/>
          <a:ext cx="1700250" cy="54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>
              <a:latin typeface="Aptos" panose="020B0004020202020204" pitchFamily="34" charset="0"/>
            </a:rPr>
            <a:t>Unit Arrives on Scene &amp; at Patient</a:t>
          </a:r>
        </a:p>
      </dsp:txBody>
      <dsp:txXfrm>
        <a:off x="4727973" y="93388"/>
        <a:ext cx="1160250" cy="540000"/>
      </dsp:txXfrm>
    </dsp:sp>
    <dsp:sp modelId="{4BBE1207-1085-46D9-8B10-D139573117A3}">
      <dsp:nvSpPr>
        <dsp:cNvPr id="0" name=""/>
        <dsp:cNvSpPr/>
      </dsp:nvSpPr>
      <dsp:spPr>
        <a:xfrm>
          <a:off x="4457973" y="700888"/>
          <a:ext cx="1360200" cy="119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eTimes.06 </a:t>
          </a:r>
          <a:r>
            <a:rPr lang="en-US" sz="1000" b="0" i="0" kern="1200" dirty="0">
              <a:latin typeface="Aptos" panose="020B0004020202020204" pitchFamily="34" charset="0"/>
            </a:rPr>
            <a:t>– Unit Arrived on Scene Date/Time (vehicle stops at scene).</a:t>
          </a:r>
          <a:endParaRPr lang="en-CA" sz="1000" kern="1200" dirty="0">
            <a:latin typeface="Aptos" panose="020B000402020202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endParaRPr lang="en-CA" sz="1000" kern="1200" dirty="0">
            <a:latin typeface="Aptos" panose="020B000402020202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eTimes.07 </a:t>
          </a:r>
          <a:r>
            <a:rPr lang="en-US" sz="1000" b="0" i="0" kern="1200" dirty="0">
              <a:latin typeface="Aptos" panose="020B0004020202020204" pitchFamily="34" charset="0"/>
            </a:rPr>
            <a:t>– Arrived at Patient Date/Time (crew at patient’s side).</a:t>
          </a:r>
        </a:p>
      </dsp:txBody>
      <dsp:txXfrm>
        <a:off x="4457973" y="700888"/>
        <a:ext cx="1360200" cy="1192324"/>
      </dsp:txXfrm>
    </dsp:sp>
    <dsp:sp modelId="{EEA9905F-C83F-40C3-B811-CA3733B7CEE0}">
      <dsp:nvSpPr>
        <dsp:cNvPr id="0" name=""/>
        <dsp:cNvSpPr/>
      </dsp:nvSpPr>
      <dsp:spPr>
        <a:xfrm>
          <a:off x="5942223" y="93388"/>
          <a:ext cx="1700250" cy="54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>
              <a:latin typeface="Aptos" panose="020B0004020202020204" pitchFamily="34" charset="0"/>
            </a:rPr>
            <a:t>On-scene Care &amp; Departure</a:t>
          </a:r>
        </a:p>
      </dsp:txBody>
      <dsp:txXfrm>
        <a:off x="6212223" y="93388"/>
        <a:ext cx="1160250" cy="540000"/>
      </dsp:txXfrm>
    </dsp:sp>
    <dsp:sp modelId="{47DDFD44-E9DF-492C-9EF5-CFD8D37CF03F}">
      <dsp:nvSpPr>
        <dsp:cNvPr id="0" name=""/>
        <dsp:cNvSpPr/>
      </dsp:nvSpPr>
      <dsp:spPr>
        <a:xfrm>
          <a:off x="5942223" y="700888"/>
          <a:ext cx="1360200" cy="119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eTimes.09</a:t>
          </a:r>
          <a:r>
            <a:rPr lang="en-US" sz="1000" b="0" i="0" kern="1200" dirty="0">
              <a:latin typeface="Aptos" panose="020B0004020202020204" pitchFamily="34" charset="0"/>
            </a:rPr>
            <a:t> – Unit Left Scene Date/Time (depart scene with patient).</a:t>
          </a:r>
          <a:endParaRPr lang="en-CA" sz="1000" kern="1200" dirty="0">
            <a:latin typeface="Aptos" panose="020B0004020202020204" pitchFamily="34" charset="0"/>
          </a:endParaRPr>
        </a:p>
      </dsp:txBody>
      <dsp:txXfrm>
        <a:off x="5942223" y="700888"/>
        <a:ext cx="1360200" cy="1192324"/>
      </dsp:txXfrm>
    </dsp:sp>
    <dsp:sp modelId="{3F15994E-23A6-47F9-925D-D601CB58A670}">
      <dsp:nvSpPr>
        <dsp:cNvPr id="0" name=""/>
        <dsp:cNvSpPr/>
      </dsp:nvSpPr>
      <dsp:spPr>
        <a:xfrm>
          <a:off x="7426473" y="93388"/>
          <a:ext cx="1700250" cy="54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>
              <a:latin typeface="Aptos" panose="020B0004020202020204" pitchFamily="34" charset="0"/>
            </a:rPr>
            <a:t>Transport &amp; Arrival at Destination</a:t>
          </a:r>
        </a:p>
      </dsp:txBody>
      <dsp:txXfrm>
        <a:off x="7696473" y="93388"/>
        <a:ext cx="1160250" cy="540000"/>
      </dsp:txXfrm>
    </dsp:sp>
    <dsp:sp modelId="{683D91BF-A83C-40B9-88A8-6024549F0B66}">
      <dsp:nvSpPr>
        <dsp:cNvPr id="0" name=""/>
        <dsp:cNvSpPr/>
      </dsp:nvSpPr>
      <dsp:spPr>
        <a:xfrm>
          <a:off x="7426473" y="700888"/>
          <a:ext cx="1360200" cy="119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CA" sz="1000" b="1" i="0" kern="1200" dirty="0">
              <a:latin typeface="Aptos" panose="020B0004020202020204" pitchFamily="34" charset="0"/>
            </a:rPr>
            <a:t>eTimes.11 </a:t>
          </a:r>
          <a:r>
            <a:rPr lang="en-CA" sz="1000" b="0" i="0" kern="1200" dirty="0">
              <a:latin typeface="Aptos" panose="020B0004020202020204" pitchFamily="34" charset="0"/>
            </a:rPr>
            <a:t>– Patient Arrived at Destination Date/Time.</a:t>
          </a:r>
          <a:endParaRPr lang="en-CA" sz="1000" kern="1200" dirty="0">
            <a:latin typeface="Aptos" panose="020B000402020202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eTimes.12</a:t>
          </a:r>
          <a:r>
            <a:rPr lang="en-US" sz="1000" b="0" i="0" kern="1200" dirty="0">
              <a:latin typeface="Aptos" panose="020B0004020202020204" pitchFamily="34" charset="0"/>
            </a:rPr>
            <a:t> – Destination Patient Transfer of Care Date/Time.</a:t>
          </a:r>
        </a:p>
      </dsp:txBody>
      <dsp:txXfrm>
        <a:off x="7426473" y="700888"/>
        <a:ext cx="1360200" cy="1192324"/>
      </dsp:txXfrm>
    </dsp:sp>
    <dsp:sp modelId="{2668F3F0-B6C9-48FE-B332-8D501583508A}">
      <dsp:nvSpPr>
        <dsp:cNvPr id="0" name=""/>
        <dsp:cNvSpPr/>
      </dsp:nvSpPr>
      <dsp:spPr>
        <a:xfrm>
          <a:off x="8910724" y="93388"/>
          <a:ext cx="1700250" cy="54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>
              <a:latin typeface="Aptos" panose="020B0004020202020204" pitchFamily="34" charset="0"/>
            </a:rPr>
            <a:t>Call Wrap-up</a:t>
          </a:r>
        </a:p>
      </dsp:txBody>
      <dsp:txXfrm>
        <a:off x="9180724" y="93388"/>
        <a:ext cx="1160250" cy="540000"/>
      </dsp:txXfrm>
    </dsp:sp>
    <dsp:sp modelId="{B06FE2E0-1CA3-4821-B97E-B030AAD29BA7}">
      <dsp:nvSpPr>
        <dsp:cNvPr id="0" name=""/>
        <dsp:cNvSpPr/>
      </dsp:nvSpPr>
      <dsp:spPr>
        <a:xfrm>
          <a:off x="8910724" y="700888"/>
          <a:ext cx="1360200" cy="119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eTimes.13</a:t>
          </a:r>
          <a:r>
            <a:rPr lang="en-US" sz="1000" b="0" i="0" kern="1200" dirty="0">
              <a:latin typeface="Aptos" panose="020B0004020202020204" pitchFamily="34" charset="0"/>
            </a:rPr>
            <a:t> – Unit Back in Service Date/Time.​</a:t>
          </a:r>
          <a:endParaRPr lang="en-CA" sz="1000" kern="1200" dirty="0">
            <a:latin typeface="Aptos" panose="020B000402020202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000" b="0" i="0" kern="1200" dirty="0">
            <a:latin typeface="Aptos" panose="020B000402020202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000" b="1" i="0" kern="1200" dirty="0">
              <a:latin typeface="Aptos" panose="020B0004020202020204" pitchFamily="34" charset="0"/>
            </a:rPr>
            <a:t>eTimes.16</a:t>
          </a:r>
          <a:r>
            <a:rPr lang="en-US" sz="1000" b="0" i="0" kern="1200" dirty="0">
              <a:latin typeface="Aptos" panose="020B0004020202020204" pitchFamily="34" charset="0"/>
            </a:rPr>
            <a:t> – EMS Call Completed Date/Time (if captured).</a:t>
          </a:r>
        </a:p>
      </dsp:txBody>
      <dsp:txXfrm>
        <a:off x="8910724" y="700888"/>
        <a:ext cx="1360200" cy="1192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0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1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7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49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4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55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7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5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67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B8A0D-DA5E-CE45-350A-551F248EA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CA"/>
              <a:t>EMS Forecast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7B52C-4ECD-D149-D9A6-B7258AD53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CA"/>
              <a:t>A </a:t>
            </a:r>
            <a:r>
              <a:rPr lang="en-CA" err="1"/>
              <a:t>Riipen</a:t>
            </a:r>
            <a:r>
              <a:rPr lang="en-CA"/>
              <a:t>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1987E-D210-2A19-37BF-7CCED6C7A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67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22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98AC-EF2E-1698-83D4-865B0AB8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ptos" panose="020B0004020202020204" pitchFamily="34" charset="0"/>
              </a:rPr>
              <a:t>EMS Call Lifecycle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EC66D8F-0F85-E796-9E82-461E582A86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1419868"/>
              </p:ext>
            </p:extLst>
          </p:nvPr>
        </p:nvGraphicFramePr>
        <p:xfrm>
          <a:off x="700635" y="2811735"/>
          <a:ext cx="10616197" cy="1986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C5E2F4DE-8E97-7DA0-7BA4-471E243F10AE}"/>
              </a:ext>
            </a:extLst>
          </p:cNvPr>
          <p:cNvSpPr/>
          <p:nvPr/>
        </p:nvSpPr>
        <p:spPr>
          <a:xfrm rot="16200000">
            <a:off x="1311931" y="1977992"/>
            <a:ext cx="222447" cy="1445038"/>
          </a:xfrm>
          <a:prstGeom prst="rightBrace">
            <a:avLst>
              <a:gd name="adj1" fmla="val 8333"/>
              <a:gd name="adj2" fmla="val 5236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0AFBC1E-DE82-F9E5-16CC-A54A6F91764F}"/>
              </a:ext>
            </a:extLst>
          </p:cNvPr>
          <p:cNvSpPr/>
          <p:nvPr/>
        </p:nvSpPr>
        <p:spPr>
          <a:xfrm rot="16200000">
            <a:off x="3927628" y="872716"/>
            <a:ext cx="222447" cy="3655589"/>
          </a:xfrm>
          <a:prstGeom prst="rightBrace">
            <a:avLst>
              <a:gd name="adj1" fmla="val 8333"/>
              <a:gd name="adj2" fmla="val 5236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FFA2F886-17EF-2707-BB77-F2E7692F7FEF}"/>
              </a:ext>
            </a:extLst>
          </p:cNvPr>
          <p:cNvSpPr/>
          <p:nvPr/>
        </p:nvSpPr>
        <p:spPr>
          <a:xfrm rot="16200000">
            <a:off x="7304569" y="1216745"/>
            <a:ext cx="222447" cy="2967527"/>
          </a:xfrm>
          <a:prstGeom prst="rightBrace">
            <a:avLst>
              <a:gd name="adj1" fmla="val 8333"/>
              <a:gd name="adj2" fmla="val 5236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A19E456-AC8F-0963-9CAC-EB202632E041}"/>
              </a:ext>
            </a:extLst>
          </p:cNvPr>
          <p:cNvSpPr/>
          <p:nvPr/>
        </p:nvSpPr>
        <p:spPr>
          <a:xfrm rot="16200000">
            <a:off x="9880281" y="1673944"/>
            <a:ext cx="222447" cy="2053130"/>
          </a:xfrm>
          <a:prstGeom prst="rightBrace">
            <a:avLst>
              <a:gd name="adj1" fmla="val 8333"/>
              <a:gd name="adj2" fmla="val 5236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30A917-3E35-8F5F-A99C-29B7C4DC2FDD}"/>
              </a:ext>
            </a:extLst>
          </p:cNvPr>
          <p:cNvSpPr/>
          <p:nvPr/>
        </p:nvSpPr>
        <p:spPr>
          <a:xfrm>
            <a:off x="800100" y="2038976"/>
            <a:ext cx="1360200" cy="47788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0FB81A-21A2-0C61-6ED8-C5F65DB772D9}"/>
              </a:ext>
            </a:extLst>
          </p:cNvPr>
          <p:cNvSpPr txBox="1"/>
          <p:nvPr/>
        </p:nvSpPr>
        <p:spPr>
          <a:xfrm>
            <a:off x="743054" y="2126316"/>
            <a:ext cx="136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latin typeface="Aptos" panose="020B0004020202020204" pitchFamily="34" charset="0"/>
              </a:rPr>
              <a:t>Call Intake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E474C0-7EFB-B058-43A6-3C432AB8502C}"/>
              </a:ext>
            </a:extLst>
          </p:cNvPr>
          <p:cNvSpPr txBox="1"/>
          <p:nvPr/>
        </p:nvSpPr>
        <p:spPr>
          <a:xfrm>
            <a:off x="3050975" y="2122417"/>
            <a:ext cx="1975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latin typeface="Aptos" panose="020B0004020202020204" pitchFamily="34" charset="0"/>
              </a:rPr>
              <a:t>Dispatch &amp; Response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704FB-F6E8-C552-A92D-078067CF8DC1}"/>
              </a:ext>
            </a:extLst>
          </p:cNvPr>
          <p:cNvSpPr txBox="1"/>
          <p:nvPr/>
        </p:nvSpPr>
        <p:spPr>
          <a:xfrm>
            <a:off x="6735692" y="2122462"/>
            <a:ext cx="136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latin typeface="Aptos" panose="020B0004020202020204" pitchFamily="34" charset="0"/>
              </a:rPr>
              <a:t>Patient Care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A1470F-BBD5-0C9F-F3E4-96267E19789B}"/>
              </a:ext>
            </a:extLst>
          </p:cNvPr>
          <p:cNvSpPr txBox="1"/>
          <p:nvPr/>
        </p:nvSpPr>
        <p:spPr>
          <a:xfrm>
            <a:off x="9146702" y="2117270"/>
            <a:ext cx="168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latin typeface="Aptos" panose="020B0004020202020204" pitchFamily="34" charset="0"/>
              </a:rPr>
              <a:t>Handoff &amp; Closure</a:t>
            </a:r>
          </a:p>
        </p:txBody>
      </p:sp>
    </p:spTree>
    <p:extLst>
      <p:ext uri="{BB962C8B-B14F-4D97-AF65-F5344CB8AC3E}">
        <p14:creationId xmlns:p14="http://schemas.microsoft.com/office/powerpoint/2010/main" val="37701591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210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Calisto MT</vt:lpstr>
      <vt:lpstr>Univers Condensed</vt:lpstr>
      <vt:lpstr>ChronicleVTI</vt:lpstr>
      <vt:lpstr>EMS Forecast</vt:lpstr>
      <vt:lpstr>EMS Call Lifecycle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Adriatico, Dundee B.</dc:creator>
  <cp:lastModifiedBy>Adriatico, Dundee B.</cp:lastModifiedBy>
  <cp:revision>2</cp:revision>
  <dcterms:created xsi:type="dcterms:W3CDTF">2026-02-26T03:40:38Z</dcterms:created>
  <dcterms:modified xsi:type="dcterms:W3CDTF">2026-02-26T04:27:24Z</dcterms:modified>
</cp:coreProperties>
</file>